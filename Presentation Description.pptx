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21" r:id="rId1"/>
  </p:sldMasterIdLst>
  <p:notesMasterIdLst>
    <p:notesMasterId r:id="rId17"/>
  </p:notesMasterIdLst>
  <p:sldIdLst>
    <p:sldId id="256" r:id="rId2"/>
    <p:sldId id="257" r:id="rId3"/>
    <p:sldId id="259" r:id="rId4"/>
    <p:sldId id="262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64" r:id="rId13"/>
    <p:sldId id="263" r:id="rId14"/>
    <p:sldId id="265" r:id="rId15"/>
    <p:sldId id="266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tieak Kamal Aiman" initials="IKA" lastIdx="1" clrIdx="0">
    <p:extLst>
      <p:ext uri="{19B8F6BF-5375-455C-9EA6-DF929625EA0E}">
        <p15:presenceInfo xmlns:p15="http://schemas.microsoft.com/office/powerpoint/2012/main" userId="139bcef5ed762a4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2F2F"/>
    <a:srgbClr val="B81508"/>
    <a:srgbClr val="B644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218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7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d. Mizanur Rahman Chowdhury" userId="e4073c579e36f2cd" providerId="LiveId" clId="{28474560-6975-47A1-866C-39CDAE1115B6}"/>
    <pc:docChg chg="undo custSel addSld delSld modSld sldOrd">
      <pc:chgData name="Md. Mizanur Rahman Chowdhury" userId="e4073c579e36f2cd" providerId="LiveId" clId="{28474560-6975-47A1-866C-39CDAE1115B6}" dt="2026-07-08T16:30:02.965" v="3872" actId="1076"/>
      <pc:docMkLst>
        <pc:docMk/>
      </pc:docMkLst>
      <pc:sldChg chg="modSp mod ord">
        <pc:chgData name="Md. Mizanur Rahman Chowdhury" userId="e4073c579e36f2cd" providerId="LiveId" clId="{28474560-6975-47A1-866C-39CDAE1115B6}" dt="2026-07-06T15:36:02.609" v="3801" actId="1076"/>
        <pc:sldMkLst>
          <pc:docMk/>
          <pc:sldMk cId="1432294197" sldId="263"/>
        </pc:sldMkLst>
        <pc:spChg chg="mod">
          <ac:chgData name="Md. Mizanur Rahman Chowdhury" userId="e4073c579e36f2cd" providerId="LiveId" clId="{28474560-6975-47A1-866C-39CDAE1115B6}" dt="2026-07-06T15:36:02.609" v="3801" actId="1076"/>
          <ac:spMkLst>
            <pc:docMk/>
            <pc:sldMk cId="1432294197" sldId="263"/>
            <ac:spMk id="2" creationId="{AF943B00-CEE3-90B8-820B-EECF75BA7427}"/>
          </ac:spMkLst>
        </pc:spChg>
        <pc:spChg chg="mod">
          <ac:chgData name="Md. Mizanur Rahman Chowdhury" userId="e4073c579e36f2cd" providerId="LiveId" clId="{28474560-6975-47A1-866C-39CDAE1115B6}" dt="2026-07-06T15:24:40.607" v="3353" actId="313"/>
          <ac:spMkLst>
            <pc:docMk/>
            <pc:sldMk cId="1432294197" sldId="263"/>
            <ac:spMk id="5" creationId="{A7F14F69-2256-455E-A8E3-BD61DEF9DB0F}"/>
          </ac:spMkLst>
        </pc:spChg>
      </pc:sldChg>
      <pc:sldChg chg="modSp mod">
        <pc:chgData name="Md. Mizanur Rahman Chowdhury" userId="e4073c579e36f2cd" providerId="LiveId" clId="{28474560-6975-47A1-866C-39CDAE1115B6}" dt="2026-07-08T16:28:52.404" v="3861" actId="1076"/>
        <pc:sldMkLst>
          <pc:docMk/>
          <pc:sldMk cId="183231532" sldId="264"/>
        </pc:sldMkLst>
        <pc:spChg chg="mod">
          <ac:chgData name="Md. Mizanur Rahman Chowdhury" userId="e4073c579e36f2cd" providerId="LiveId" clId="{28474560-6975-47A1-866C-39CDAE1115B6}" dt="2026-07-08T16:28:10.445" v="3854" actId="1076"/>
          <ac:spMkLst>
            <pc:docMk/>
            <pc:sldMk cId="183231532" sldId="264"/>
            <ac:spMk id="5" creationId="{A7F14F69-2256-455E-A8E3-BD61DEF9DB0F}"/>
          </ac:spMkLst>
        </pc:spChg>
        <pc:spChg chg="mod">
          <ac:chgData name="Md. Mizanur Rahman Chowdhury" userId="e4073c579e36f2cd" providerId="LiveId" clId="{28474560-6975-47A1-866C-39CDAE1115B6}" dt="2026-07-08T16:28:52.404" v="3861" actId="1076"/>
          <ac:spMkLst>
            <pc:docMk/>
            <pc:sldMk cId="183231532" sldId="264"/>
            <ac:spMk id="9" creationId="{FEF7C27C-536A-4D29-B97D-1615715DAF09}"/>
          </ac:spMkLst>
        </pc:spChg>
      </pc:sldChg>
      <pc:sldChg chg="addSp delSp modSp new mod">
        <pc:chgData name="Md. Mizanur Rahman Chowdhury" userId="e4073c579e36f2cd" providerId="LiveId" clId="{28474560-6975-47A1-866C-39CDAE1115B6}" dt="2026-07-06T04:55:30.655" v="2369" actId="14100"/>
        <pc:sldMkLst>
          <pc:docMk/>
          <pc:sldMk cId="3645717891" sldId="267"/>
        </pc:sldMkLst>
        <pc:spChg chg="add del mod">
          <ac:chgData name="Md. Mizanur Rahman Chowdhury" userId="e4073c579e36f2cd" providerId="LiveId" clId="{28474560-6975-47A1-866C-39CDAE1115B6}" dt="2026-07-06T04:54:04.197" v="2344" actId="1035"/>
          <ac:spMkLst>
            <pc:docMk/>
            <pc:sldMk cId="3645717891" sldId="267"/>
            <ac:spMk id="2" creationId="{2201CE6B-A264-1C7C-474D-77FA552F6F8A}"/>
          </ac:spMkLst>
        </pc:spChg>
        <pc:spChg chg="mod">
          <ac:chgData name="Md. Mizanur Rahman Chowdhury" userId="e4073c579e36f2cd" providerId="LiveId" clId="{28474560-6975-47A1-866C-39CDAE1115B6}" dt="2026-07-06T04:51:24.221" v="2283" actId="1076"/>
          <ac:spMkLst>
            <pc:docMk/>
            <pc:sldMk cId="3645717891" sldId="267"/>
            <ac:spMk id="3" creationId="{491C606B-58A8-29B9-9ECB-F10D4E63B952}"/>
          </ac:spMkLst>
        </pc:spChg>
        <pc:spChg chg="add mod">
          <ac:chgData name="Md. Mizanur Rahman Chowdhury" userId="e4073c579e36f2cd" providerId="LiveId" clId="{28474560-6975-47A1-866C-39CDAE1115B6}" dt="2026-07-05T19:32:31.510" v="1740" actId="1076"/>
          <ac:spMkLst>
            <pc:docMk/>
            <pc:sldMk cId="3645717891" sldId="267"/>
            <ac:spMk id="4" creationId="{234524E9-8BDD-75F9-19CC-421871D2070F}"/>
          </ac:spMkLst>
        </pc:spChg>
        <pc:spChg chg="add mod">
          <ac:chgData name="Md. Mizanur Rahman Chowdhury" userId="e4073c579e36f2cd" providerId="LiveId" clId="{28474560-6975-47A1-866C-39CDAE1115B6}" dt="2026-07-05T19:32:31.510" v="1740" actId="1076"/>
          <ac:spMkLst>
            <pc:docMk/>
            <pc:sldMk cId="3645717891" sldId="267"/>
            <ac:spMk id="5" creationId="{DF83D10E-9F16-D2D3-2D02-6EA5480B32F2}"/>
          </ac:spMkLst>
        </pc:spChg>
        <pc:spChg chg="add mod">
          <ac:chgData name="Md. Mizanur Rahman Chowdhury" userId="e4073c579e36f2cd" providerId="LiveId" clId="{28474560-6975-47A1-866C-39CDAE1115B6}" dt="2026-07-06T04:53:46.668" v="2322" actId="1076"/>
          <ac:spMkLst>
            <pc:docMk/>
            <pc:sldMk cId="3645717891" sldId="267"/>
            <ac:spMk id="21" creationId="{DFD02DC9-EF8C-B411-D8A9-938B7C262EA2}"/>
          </ac:spMkLst>
        </pc:spChg>
        <pc:spChg chg="mod">
          <ac:chgData name="Md. Mizanur Rahman Chowdhury" userId="e4073c579e36f2cd" providerId="LiveId" clId="{28474560-6975-47A1-866C-39CDAE1115B6}" dt="2026-07-06T04:53:40.524" v="2320" actId="1076"/>
          <ac:spMkLst>
            <pc:docMk/>
            <pc:sldMk cId="3645717891" sldId="267"/>
            <ac:spMk id="22" creationId="{14F0F91F-282F-61EB-B348-276DC712DC29}"/>
          </ac:spMkLst>
        </pc:spChg>
        <pc:spChg chg="add mod">
          <ac:chgData name="Md. Mizanur Rahman Chowdhury" userId="e4073c579e36f2cd" providerId="LiveId" clId="{28474560-6975-47A1-866C-39CDAE1115B6}" dt="2026-07-06T04:53:29.575" v="2316" actId="1076"/>
          <ac:spMkLst>
            <pc:docMk/>
            <pc:sldMk cId="3645717891" sldId="267"/>
            <ac:spMk id="23" creationId="{9EE33B05-75B3-F696-87A0-0AB69CBE79E6}"/>
          </ac:spMkLst>
        </pc:spChg>
        <pc:spChg chg="mod">
          <ac:chgData name="Md. Mizanur Rahman Chowdhury" userId="e4073c579e36f2cd" providerId="LiveId" clId="{28474560-6975-47A1-866C-39CDAE1115B6}" dt="2026-07-06T04:53:32.021" v="2317" actId="1076"/>
          <ac:spMkLst>
            <pc:docMk/>
            <pc:sldMk cId="3645717891" sldId="267"/>
            <ac:spMk id="24" creationId="{0303DED6-1635-37B8-2E01-8CBE1FCF0760}"/>
          </ac:spMkLst>
        </pc:spChg>
        <pc:spChg chg="add mod">
          <ac:chgData name="Md. Mizanur Rahman Chowdhury" userId="e4073c579e36f2cd" providerId="LiveId" clId="{28474560-6975-47A1-866C-39CDAE1115B6}" dt="2026-07-06T04:52:12.460" v="2296" actId="1076"/>
          <ac:spMkLst>
            <pc:docMk/>
            <pc:sldMk cId="3645717891" sldId="267"/>
            <ac:spMk id="25" creationId="{7A0D00A7-40E2-0BF0-A075-805F9364C6D2}"/>
          </ac:spMkLst>
        </pc:spChg>
        <pc:spChg chg="add mod">
          <ac:chgData name="Md. Mizanur Rahman Chowdhury" userId="e4073c579e36f2cd" providerId="LiveId" clId="{28474560-6975-47A1-866C-39CDAE1115B6}" dt="2026-07-06T04:52:08.837" v="2295" actId="1076"/>
          <ac:spMkLst>
            <pc:docMk/>
            <pc:sldMk cId="3645717891" sldId="267"/>
            <ac:spMk id="26" creationId="{2C3BE791-AC04-D923-9AE1-6FAEB4FA44F3}"/>
          </ac:spMkLst>
        </pc:spChg>
        <pc:spChg chg="add mod">
          <ac:chgData name="Md. Mizanur Rahman Chowdhury" userId="e4073c579e36f2cd" providerId="LiveId" clId="{28474560-6975-47A1-866C-39CDAE1115B6}" dt="2026-07-06T04:51:36.992" v="2286" actId="1076"/>
          <ac:spMkLst>
            <pc:docMk/>
            <pc:sldMk cId="3645717891" sldId="267"/>
            <ac:spMk id="27" creationId="{9D658FE3-B2DA-B5CA-7B33-137997D1E36C}"/>
          </ac:spMkLst>
        </pc:spChg>
        <pc:spChg chg="mod">
          <ac:chgData name="Md. Mizanur Rahman Chowdhury" userId="e4073c579e36f2cd" providerId="LiveId" clId="{28474560-6975-47A1-866C-39CDAE1115B6}" dt="2026-07-06T04:55:16.581" v="2368" actId="1076"/>
          <ac:spMkLst>
            <pc:docMk/>
            <pc:sldMk cId="3645717891" sldId="267"/>
            <ac:spMk id="28" creationId="{79E084EB-33C1-4B4D-AEFA-45292DE6F864}"/>
          </ac:spMkLst>
        </pc:spChg>
        <pc:spChg chg="mod">
          <ac:chgData name="Md. Mizanur Rahman Chowdhury" userId="e4073c579e36f2cd" providerId="LiveId" clId="{28474560-6975-47A1-866C-39CDAE1115B6}" dt="2026-07-06T04:55:05.518" v="2365" actId="1076"/>
          <ac:spMkLst>
            <pc:docMk/>
            <pc:sldMk cId="3645717891" sldId="267"/>
            <ac:spMk id="29" creationId="{7BACB104-115D-7B21-5F90-6FED2608C5FD}"/>
          </ac:spMkLst>
        </pc:spChg>
        <pc:spChg chg="add mod">
          <ac:chgData name="Md. Mizanur Rahman Chowdhury" userId="e4073c579e36f2cd" providerId="LiveId" clId="{28474560-6975-47A1-866C-39CDAE1115B6}" dt="2026-07-06T04:54:19.925" v="2349" actId="1076"/>
          <ac:spMkLst>
            <pc:docMk/>
            <pc:sldMk cId="3645717891" sldId="267"/>
            <ac:spMk id="30" creationId="{50625B24-3EFD-6C1D-70F6-900EB024F454}"/>
          </ac:spMkLst>
        </pc:spChg>
        <pc:spChg chg="mod">
          <ac:chgData name="Md. Mizanur Rahman Chowdhury" userId="e4073c579e36f2cd" providerId="LiveId" clId="{28474560-6975-47A1-866C-39CDAE1115B6}" dt="2026-07-06T04:54:22.020" v="2350" actId="1076"/>
          <ac:spMkLst>
            <pc:docMk/>
            <pc:sldMk cId="3645717891" sldId="267"/>
            <ac:spMk id="31" creationId="{9B550E1C-EF61-1DFE-468E-460C2A647673}"/>
          </ac:spMkLst>
        </pc:spChg>
        <pc:spChg chg="add mod">
          <ac:chgData name="Md. Mizanur Rahman Chowdhury" userId="e4073c579e36f2cd" providerId="LiveId" clId="{28474560-6975-47A1-866C-39CDAE1115B6}" dt="2026-07-06T04:54:24.356" v="2351" actId="1076"/>
          <ac:spMkLst>
            <pc:docMk/>
            <pc:sldMk cId="3645717891" sldId="267"/>
            <ac:spMk id="32" creationId="{65467BF1-323F-5328-6B4B-6858338FF2CA}"/>
          </ac:spMkLst>
        </pc:spChg>
        <pc:spChg chg="mod">
          <ac:chgData name="Md. Mizanur Rahman Chowdhury" userId="e4073c579e36f2cd" providerId="LiveId" clId="{28474560-6975-47A1-866C-39CDAE1115B6}" dt="2026-07-06T04:54:26.272" v="2352" actId="1076"/>
          <ac:spMkLst>
            <pc:docMk/>
            <pc:sldMk cId="3645717891" sldId="267"/>
            <ac:spMk id="33" creationId="{0BB288A0-C3DA-29C4-6B15-93D4D0FB20FB}"/>
          </ac:spMkLst>
        </pc:spChg>
        <pc:spChg chg="add mod">
          <ac:chgData name="Md. Mizanur Rahman Chowdhury" userId="e4073c579e36f2cd" providerId="LiveId" clId="{28474560-6975-47A1-866C-39CDAE1115B6}" dt="2026-07-06T04:54:29.732" v="2353" actId="1076"/>
          <ac:spMkLst>
            <pc:docMk/>
            <pc:sldMk cId="3645717891" sldId="267"/>
            <ac:spMk id="34" creationId="{A14B138C-0189-7AF2-7AB5-8A34FE703F05}"/>
          </ac:spMkLst>
        </pc:spChg>
        <pc:spChg chg="add mod">
          <ac:chgData name="Md. Mizanur Rahman Chowdhury" userId="e4073c579e36f2cd" providerId="LiveId" clId="{28474560-6975-47A1-866C-39CDAE1115B6}" dt="2026-07-05T19:37:48.640" v="1965" actId="1076"/>
          <ac:spMkLst>
            <pc:docMk/>
            <pc:sldMk cId="3645717891" sldId="267"/>
            <ac:spMk id="36" creationId="{DDE06D57-C624-BDC9-32EE-DD3ECC5F85DC}"/>
          </ac:spMkLst>
        </pc:spChg>
        <pc:cxnChg chg="mod">
          <ac:chgData name="Md. Mizanur Rahman Chowdhury" userId="e4073c579e36f2cd" providerId="LiveId" clId="{28474560-6975-47A1-866C-39CDAE1115B6}" dt="2026-07-05T19:32:28.294" v="1738" actId="1076"/>
          <ac:cxnSpMkLst>
            <pc:docMk/>
            <pc:sldMk cId="3645717891" sldId="267"/>
            <ac:cxnSpMk id="6" creationId="{14335023-8CE2-4025-7FD1-8E2FD33A0D25}"/>
          </ac:cxnSpMkLst>
        </pc:cxnChg>
        <pc:cxnChg chg="mod">
          <ac:chgData name="Md. Mizanur Rahman Chowdhury" userId="e4073c579e36f2cd" providerId="LiveId" clId="{28474560-6975-47A1-866C-39CDAE1115B6}" dt="2026-07-06T04:53:46.668" v="2322" actId="1076"/>
          <ac:cxnSpMkLst>
            <pc:docMk/>
            <pc:sldMk cId="3645717891" sldId="267"/>
            <ac:cxnSpMk id="7" creationId="{9E223133-B864-965B-73D4-E91EA20D8F71}"/>
          </ac:cxnSpMkLst>
        </pc:cxnChg>
        <pc:cxnChg chg="mod">
          <ac:chgData name="Md. Mizanur Rahman Chowdhury" userId="e4073c579e36f2cd" providerId="LiveId" clId="{28474560-6975-47A1-866C-39CDAE1115B6}" dt="2026-07-06T04:53:34.877" v="2318" actId="14100"/>
          <ac:cxnSpMkLst>
            <pc:docMk/>
            <pc:sldMk cId="3645717891" sldId="267"/>
            <ac:cxnSpMk id="8" creationId="{1939041E-482B-B5D3-2171-1337CF9533A6}"/>
          </ac:cxnSpMkLst>
        </pc:cxnChg>
        <pc:cxnChg chg="mod">
          <ac:chgData name="Md. Mizanur Rahman Chowdhury" userId="e4073c579e36f2cd" providerId="LiveId" clId="{28474560-6975-47A1-866C-39CDAE1115B6}" dt="2026-07-06T04:53:37.540" v="2319" actId="14100"/>
          <ac:cxnSpMkLst>
            <pc:docMk/>
            <pc:sldMk cId="3645717891" sldId="267"/>
            <ac:cxnSpMk id="9" creationId="{1DFB69B9-D779-19B8-37CF-4D2C83706321}"/>
          </ac:cxnSpMkLst>
        </pc:cxnChg>
        <pc:cxnChg chg="mod">
          <ac:chgData name="Md. Mizanur Rahman Chowdhury" userId="e4073c579e36f2cd" providerId="LiveId" clId="{28474560-6975-47A1-866C-39CDAE1115B6}" dt="2026-07-06T04:53:43.609" v="2321" actId="14100"/>
          <ac:cxnSpMkLst>
            <pc:docMk/>
            <pc:sldMk cId="3645717891" sldId="267"/>
            <ac:cxnSpMk id="10" creationId="{4DEA4E7F-828B-7D65-D0F3-22257C026D6A}"/>
          </ac:cxnSpMkLst>
        </pc:cxnChg>
        <pc:cxnChg chg="mod">
          <ac:chgData name="Md. Mizanur Rahman Chowdhury" userId="e4073c579e36f2cd" providerId="LiveId" clId="{28474560-6975-47A1-866C-39CDAE1115B6}" dt="2026-07-06T04:52:19.708" v="2298" actId="14100"/>
          <ac:cxnSpMkLst>
            <pc:docMk/>
            <pc:sldMk cId="3645717891" sldId="267"/>
            <ac:cxnSpMk id="11" creationId="{6B10BE78-5764-0BCE-8C34-B1FC32C5DCD2}"/>
          </ac:cxnSpMkLst>
        </pc:cxnChg>
        <pc:cxnChg chg="mod">
          <ac:chgData name="Md. Mizanur Rahman Chowdhury" userId="e4073c579e36f2cd" providerId="LiveId" clId="{28474560-6975-47A1-866C-39CDAE1115B6}" dt="2026-07-06T04:51:56.605" v="2292" actId="14100"/>
          <ac:cxnSpMkLst>
            <pc:docMk/>
            <pc:sldMk cId="3645717891" sldId="267"/>
            <ac:cxnSpMk id="12" creationId="{4336D8D1-FD2E-F167-F515-2A724C0260D5}"/>
          </ac:cxnSpMkLst>
        </pc:cxnChg>
        <pc:cxnChg chg="mod">
          <ac:chgData name="Md. Mizanur Rahman Chowdhury" userId="e4073c579e36f2cd" providerId="LiveId" clId="{28474560-6975-47A1-866C-39CDAE1115B6}" dt="2026-07-06T04:52:08.837" v="2295" actId="1076"/>
          <ac:cxnSpMkLst>
            <pc:docMk/>
            <pc:sldMk cId="3645717891" sldId="267"/>
            <ac:cxnSpMk id="13" creationId="{6ECFF3FA-E612-10CB-37E0-FEF11095A716}"/>
          </ac:cxnSpMkLst>
        </pc:cxnChg>
        <pc:cxnChg chg="mod">
          <ac:chgData name="Md. Mizanur Rahman Chowdhury" userId="e4073c579e36f2cd" providerId="LiveId" clId="{28474560-6975-47A1-866C-39CDAE1115B6}" dt="2026-07-06T04:55:16.581" v="2368" actId="1076"/>
          <ac:cxnSpMkLst>
            <pc:docMk/>
            <pc:sldMk cId="3645717891" sldId="267"/>
            <ac:cxnSpMk id="14" creationId="{EC62AA5F-B9E2-4AB0-7D9C-897183F3653A}"/>
          </ac:cxnSpMkLst>
        </pc:cxnChg>
        <pc:cxnChg chg="mod">
          <ac:chgData name="Md. Mizanur Rahman Chowdhury" userId="e4073c579e36f2cd" providerId="LiveId" clId="{28474560-6975-47A1-866C-39CDAE1115B6}" dt="2026-07-06T04:54:35.356" v="2355" actId="14100"/>
          <ac:cxnSpMkLst>
            <pc:docMk/>
            <pc:sldMk cId="3645717891" sldId="267"/>
            <ac:cxnSpMk id="15" creationId="{01CB75AB-99E1-08B6-2B85-3CA15FB3EBA3}"/>
          </ac:cxnSpMkLst>
        </pc:cxnChg>
        <pc:cxnChg chg="mod">
          <ac:chgData name="Md. Mizanur Rahman Chowdhury" userId="e4073c579e36f2cd" providerId="LiveId" clId="{28474560-6975-47A1-866C-39CDAE1115B6}" dt="2026-07-06T04:55:30.655" v="2369" actId="14100"/>
          <ac:cxnSpMkLst>
            <pc:docMk/>
            <pc:sldMk cId="3645717891" sldId="267"/>
            <ac:cxnSpMk id="16" creationId="{A3362511-842F-A969-D8C5-B420FCE00ACA}"/>
          </ac:cxnSpMkLst>
        </pc:cxnChg>
        <pc:cxnChg chg="mod">
          <ac:chgData name="Md. Mizanur Rahman Chowdhury" userId="e4073c579e36f2cd" providerId="LiveId" clId="{28474560-6975-47A1-866C-39CDAE1115B6}" dt="2026-07-06T04:54:52.660" v="2362" actId="14100"/>
          <ac:cxnSpMkLst>
            <pc:docMk/>
            <pc:sldMk cId="3645717891" sldId="267"/>
            <ac:cxnSpMk id="17" creationId="{436738E2-A506-D8F5-B348-F4D537160E9C}"/>
          </ac:cxnSpMkLst>
        </pc:cxnChg>
        <pc:cxnChg chg="mod">
          <ac:chgData name="Md. Mizanur Rahman Chowdhury" userId="e4073c579e36f2cd" providerId="LiveId" clId="{28474560-6975-47A1-866C-39CDAE1115B6}" dt="2026-07-06T04:54:45.451" v="2359" actId="14100"/>
          <ac:cxnSpMkLst>
            <pc:docMk/>
            <pc:sldMk cId="3645717891" sldId="267"/>
            <ac:cxnSpMk id="18" creationId="{D433DF68-F317-E7FA-5FBA-EF06D5508E64}"/>
          </ac:cxnSpMkLst>
        </pc:cxnChg>
        <pc:cxnChg chg="mod">
          <ac:chgData name="Md. Mizanur Rahman Chowdhury" userId="e4073c579e36f2cd" providerId="LiveId" clId="{28474560-6975-47A1-866C-39CDAE1115B6}" dt="2026-07-06T04:54:40.557" v="2357" actId="14100"/>
          <ac:cxnSpMkLst>
            <pc:docMk/>
            <pc:sldMk cId="3645717891" sldId="267"/>
            <ac:cxnSpMk id="19" creationId="{AACD8FA1-49FA-35B1-7EAD-DD435C18A805}"/>
          </ac:cxnSpMkLst>
        </pc:cxnChg>
        <pc:cxnChg chg="mod">
          <ac:chgData name="Md. Mizanur Rahman Chowdhury" userId="e4073c579e36f2cd" providerId="LiveId" clId="{28474560-6975-47A1-866C-39CDAE1115B6}" dt="2026-07-06T04:54:38.101" v="2356" actId="14100"/>
          <ac:cxnSpMkLst>
            <pc:docMk/>
            <pc:sldMk cId="3645717891" sldId="267"/>
            <ac:cxnSpMk id="20" creationId="{BA8EF390-2C10-6133-23C4-8EF935BFA517}"/>
          </ac:cxnSpMkLst>
        </pc:cxnChg>
      </pc:sldChg>
      <pc:sldChg chg="addSp delSp modSp new mod">
        <pc:chgData name="Md. Mizanur Rahman Chowdhury" userId="e4073c579e36f2cd" providerId="LiveId" clId="{28474560-6975-47A1-866C-39CDAE1115B6}" dt="2026-07-06T06:15:33.589" v="2814" actId="1076"/>
        <pc:sldMkLst>
          <pc:docMk/>
          <pc:sldMk cId="384594738" sldId="268"/>
        </pc:sldMkLst>
        <pc:spChg chg="mod">
          <ac:chgData name="Md. Mizanur Rahman Chowdhury" userId="e4073c579e36f2cd" providerId="LiveId" clId="{28474560-6975-47A1-866C-39CDAE1115B6}" dt="2026-07-05T19:54:32.153" v="1997" actId="14100"/>
          <ac:spMkLst>
            <pc:docMk/>
            <pc:sldMk cId="384594738" sldId="268"/>
            <ac:spMk id="2" creationId="{588EDD35-7D95-B3F0-5323-1E744C606E5A}"/>
          </ac:spMkLst>
        </pc:spChg>
        <pc:spChg chg="add mod">
          <ac:chgData name="Md. Mizanur Rahman Chowdhury" userId="e4073c579e36f2cd" providerId="LiveId" clId="{28474560-6975-47A1-866C-39CDAE1115B6}" dt="2026-07-06T05:59:47.894" v="2682" actId="1037"/>
          <ac:spMkLst>
            <pc:docMk/>
            <pc:sldMk cId="384594738" sldId="268"/>
            <ac:spMk id="4" creationId="{105E5FEC-AE9F-2DA9-47D1-6692EEF56067}"/>
          </ac:spMkLst>
        </pc:spChg>
        <pc:spChg chg="add mod">
          <ac:chgData name="Md. Mizanur Rahman Chowdhury" userId="e4073c579e36f2cd" providerId="LiveId" clId="{28474560-6975-47A1-866C-39CDAE1115B6}" dt="2026-07-06T05:59:47.894" v="2682" actId="1037"/>
          <ac:spMkLst>
            <pc:docMk/>
            <pc:sldMk cId="384594738" sldId="268"/>
            <ac:spMk id="5" creationId="{713AD9E3-E4A4-0BD7-C36A-5B9B5EBE9E72}"/>
          </ac:spMkLst>
        </pc:spChg>
        <pc:spChg chg="add mod">
          <ac:chgData name="Md. Mizanur Rahman Chowdhury" userId="e4073c579e36f2cd" providerId="LiveId" clId="{28474560-6975-47A1-866C-39CDAE1115B6}" dt="2026-07-06T05:59:47.894" v="2682" actId="1037"/>
          <ac:spMkLst>
            <pc:docMk/>
            <pc:sldMk cId="384594738" sldId="268"/>
            <ac:spMk id="6" creationId="{D28A525F-26A2-671F-3D6D-2594388263D6}"/>
          </ac:spMkLst>
        </pc:spChg>
        <pc:spChg chg="add mod">
          <ac:chgData name="Md. Mizanur Rahman Chowdhury" userId="e4073c579e36f2cd" providerId="LiveId" clId="{28474560-6975-47A1-866C-39CDAE1115B6}" dt="2026-07-06T05:59:52.069" v="2683" actId="14100"/>
          <ac:spMkLst>
            <pc:docMk/>
            <pc:sldMk cId="384594738" sldId="268"/>
            <ac:spMk id="15" creationId="{9BADA283-3610-5035-B817-94B2A8991BA6}"/>
          </ac:spMkLst>
        </pc:spChg>
        <pc:spChg chg="add mod">
          <ac:chgData name="Md. Mizanur Rahman Chowdhury" userId="e4073c579e36f2cd" providerId="LiveId" clId="{28474560-6975-47A1-866C-39CDAE1115B6}" dt="2026-07-06T06:15:10.777" v="2812" actId="2710"/>
          <ac:spMkLst>
            <pc:docMk/>
            <pc:sldMk cId="384594738" sldId="268"/>
            <ac:spMk id="19" creationId="{A59DBF46-9105-2E93-87F7-60FFA8867591}"/>
          </ac:spMkLst>
        </pc:spChg>
        <pc:cxnChg chg="add mod">
          <ac:chgData name="Md. Mizanur Rahman Chowdhury" userId="e4073c579e36f2cd" providerId="LiveId" clId="{28474560-6975-47A1-866C-39CDAE1115B6}" dt="2026-07-06T05:59:47.894" v="2682" actId="1037"/>
          <ac:cxnSpMkLst>
            <pc:docMk/>
            <pc:sldMk cId="384594738" sldId="268"/>
            <ac:cxnSpMk id="8" creationId="{160488AF-70ED-86A9-D0B9-EE4AE413DDDE}"/>
          </ac:cxnSpMkLst>
        </pc:cxnChg>
        <pc:cxnChg chg="add mod">
          <ac:chgData name="Md. Mizanur Rahman Chowdhury" userId="e4073c579e36f2cd" providerId="LiveId" clId="{28474560-6975-47A1-866C-39CDAE1115B6}" dt="2026-07-06T05:59:47.894" v="2682" actId="1037"/>
          <ac:cxnSpMkLst>
            <pc:docMk/>
            <pc:sldMk cId="384594738" sldId="268"/>
            <ac:cxnSpMk id="10" creationId="{1CFF69AF-647F-DACA-FF84-6DFD5894F4DB}"/>
          </ac:cxnSpMkLst>
        </pc:cxnChg>
        <pc:cxnChg chg="add mod">
          <ac:chgData name="Md. Mizanur Rahman Chowdhury" userId="e4073c579e36f2cd" providerId="LiveId" clId="{28474560-6975-47A1-866C-39CDAE1115B6}" dt="2026-07-06T05:59:47.894" v="2682" actId="1037"/>
          <ac:cxnSpMkLst>
            <pc:docMk/>
            <pc:sldMk cId="384594738" sldId="268"/>
            <ac:cxnSpMk id="14" creationId="{955C86AA-A5D4-DD8F-CA21-6BB1FDD5C441}"/>
          </ac:cxnSpMkLst>
        </pc:cxnChg>
        <pc:cxnChg chg="add mod">
          <ac:chgData name="Md. Mizanur Rahman Chowdhury" userId="e4073c579e36f2cd" providerId="LiveId" clId="{28474560-6975-47A1-866C-39CDAE1115B6}" dt="2026-07-06T06:00:17.165" v="2700" actId="14100"/>
          <ac:cxnSpMkLst>
            <pc:docMk/>
            <pc:sldMk cId="384594738" sldId="268"/>
            <ac:cxnSpMk id="20" creationId="{E8621C83-9F44-E8BE-1506-53F0A9B62CB9}"/>
          </ac:cxnSpMkLst>
        </pc:cxnChg>
        <pc:cxnChg chg="add mod">
          <ac:chgData name="Md. Mizanur Rahman Chowdhury" userId="e4073c579e36f2cd" providerId="LiveId" clId="{28474560-6975-47A1-866C-39CDAE1115B6}" dt="2026-07-06T06:15:33.589" v="2814" actId="1076"/>
          <ac:cxnSpMkLst>
            <pc:docMk/>
            <pc:sldMk cId="384594738" sldId="268"/>
            <ac:cxnSpMk id="23" creationId="{A29CCCB6-6708-BD0B-E00E-0AB4CF4B0B47}"/>
          </ac:cxnSpMkLst>
        </pc:cxnChg>
      </pc:sldChg>
      <pc:sldChg chg="addSp modSp new mod">
        <pc:chgData name="Md. Mizanur Rahman Chowdhury" userId="e4073c579e36f2cd" providerId="LiveId" clId="{28474560-6975-47A1-866C-39CDAE1115B6}" dt="2026-07-06T14:58:02.065" v="3067" actId="1076"/>
        <pc:sldMkLst>
          <pc:docMk/>
          <pc:sldMk cId="750342282" sldId="269"/>
        </pc:sldMkLst>
        <pc:spChg chg="mod">
          <ac:chgData name="Md. Mizanur Rahman Chowdhury" userId="e4073c579e36f2cd" providerId="LiveId" clId="{28474560-6975-47A1-866C-39CDAE1115B6}" dt="2026-07-06T13:26:14.374" v="2856" actId="14100"/>
          <ac:spMkLst>
            <pc:docMk/>
            <pc:sldMk cId="750342282" sldId="269"/>
            <ac:spMk id="2" creationId="{FBC7D0A2-594D-A7C6-54D2-2BB265C66495}"/>
          </ac:spMkLst>
        </pc:spChg>
        <pc:spChg chg="add mod">
          <ac:chgData name="Md. Mizanur Rahman Chowdhury" userId="e4073c579e36f2cd" providerId="LiveId" clId="{28474560-6975-47A1-866C-39CDAE1115B6}" dt="2026-07-06T13:52:11.098" v="2926" actId="2711"/>
          <ac:spMkLst>
            <pc:docMk/>
            <pc:sldMk cId="750342282" sldId="269"/>
            <ac:spMk id="4" creationId="{5F092724-8D11-0CE2-E547-A08B2C29FA16}"/>
          </ac:spMkLst>
        </pc:spChg>
        <pc:spChg chg="add mod">
          <ac:chgData name="Md. Mizanur Rahman Chowdhury" userId="e4073c579e36f2cd" providerId="LiveId" clId="{28474560-6975-47A1-866C-39CDAE1115B6}" dt="2026-07-06T14:58:02.065" v="3067" actId="1076"/>
          <ac:spMkLst>
            <pc:docMk/>
            <pc:sldMk cId="750342282" sldId="269"/>
            <ac:spMk id="7" creationId="{9A07931B-76AE-B157-90D2-B11B6EC3A886}"/>
          </ac:spMkLst>
        </pc:spChg>
        <pc:picChg chg="add mod">
          <ac:chgData name="Md. Mizanur Rahman Chowdhury" userId="e4073c579e36f2cd" providerId="LiveId" clId="{28474560-6975-47A1-866C-39CDAE1115B6}" dt="2026-07-06T13:46:31.413" v="2889" actId="14100"/>
          <ac:picMkLst>
            <pc:docMk/>
            <pc:sldMk cId="750342282" sldId="269"/>
            <ac:picMk id="5" creationId="{DFB04063-08A4-0556-88DA-C4467C00D89E}"/>
          </ac:picMkLst>
        </pc:picChg>
      </pc:sldChg>
      <pc:sldChg chg="addSp delSp modSp new mod">
        <pc:chgData name="Md. Mizanur Rahman Chowdhury" userId="e4073c579e36f2cd" providerId="LiveId" clId="{28474560-6975-47A1-866C-39CDAE1115B6}" dt="2026-07-06T14:39:41.705" v="2986" actId="14100"/>
        <pc:sldMkLst>
          <pc:docMk/>
          <pc:sldMk cId="3965099337" sldId="270"/>
        </pc:sldMkLst>
        <pc:spChg chg="mod">
          <ac:chgData name="Md. Mizanur Rahman Chowdhury" userId="e4073c579e36f2cd" providerId="LiveId" clId="{28474560-6975-47A1-866C-39CDAE1115B6}" dt="2026-07-06T14:00:36.693" v="2966" actId="27636"/>
          <ac:spMkLst>
            <pc:docMk/>
            <pc:sldMk cId="3965099337" sldId="270"/>
            <ac:spMk id="2" creationId="{BE06EC46-1E5D-17D1-7A89-CB02BD7D7761}"/>
          </ac:spMkLst>
        </pc:spChg>
        <pc:picChg chg="add mod">
          <ac:chgData name="Md. Mizanur Rahman Chowdhury" userId="e4073c579e36f2cd" providerId="LiveId" clId="{28474560-6975-47A1-866C-39CDAE1115B6}" dt="2026-07-06T14:39:41.705" v="2986" actId="14100"/>
          <ac:picMkLst>
            <pc:docMk/>
            <pc:sldMk cId="3965099337" sldId="270"/>
            <ac:picMk id="10" creationId="{B033D010-196D-7C64-4B9C-FEDD52E880E6}"/>
          </ac:picMkLst>
        </pc:picChg>
      </pc:sldChg>
      <pc:sldChg chg="addSp modSp new mod">
        <pc:chgData name="Md. Mizanur Rahman Chowdhury" userId="e4073c579e36f2cd" providerId="LiveId" clId="{28474560-6975-47A1-866C-39CDAE1115B6}" dt="2026-07-08T16:30:02.965" v="3872" actId="1076"/>
        <pc:sldMkLst>
          <pc:docMk/>
          <pc:sldMk cId="2111627832" sldId="271"/>
        </pc:sldMkLst>
        <pc:spChg chg="mod">
          <ac:chgData name="Md. Mizanur Rahman Chowdhury" userId="e4073c579e36f2cd" providerId="LiveId" clId="{28474560-6975-47A1-866C-39CDAE1115B6}" dt="2026-07-06T14:51:01.297" v="3006" actId="1076"/>
          <ac:spMkLst>
            <pc:docMk/>
            <pc:sldMk cId="2111627832" sldId="271"/>
            <ac:spMk id="2" creationId="{88742ABE-D030-9814-40F1-EAEEFDA4BF3F}"/>
          </ac:spMkLst>
        </pc:spChg>
        <pc:spChg chg="add mod">
          <ac:chgData name="Md. Mizanur Rahman Chowdhury" userId="e4073c579e36f2cd" providerId="LiveId" clId="{28474560-6975-47A1-866C-39CDAE1115B6}" dt="2026-07-08T16:29:50.661" v="3870" actId="1076"/>
          <ac:spMkLst>
            <pc:docMk/>
            <pc:sldMk cId="2111627832" sldId="271"/>
            <ac:spMk id="4" creationId="{07E458E0-3F36-64D9-191B-33C9C5FBA7D0}"/>
          </ac:spMkLst>
        </pc:spChg>
        <pc:spChg chg="add mod">
          <ac:chgData name="Md. Mizanur Rahman Chowdhury" userId="e4073c579e36f2cd" providerId="LiveId" clId="{28474560-6975-47A1-866C-39CDAE1115B6}" dt="2026-07-08T16:29:55.884" v="3871" actId="1076"/>
          <ac:spMkLst>
            <pc:docMk/>
            <pc:sldMk cId="2111627832" sldId="271"/>
            <ac:spMk id="5" creationId="{ECD76064-6D14-1628-648B-7517A0C4FD4C}"/>
          </ac:spMkLst>
        </pc:spChg>
        <pc:spChg chg="add mod">
          <ac:chgData name="Md. Mizanur Rahman Chowdhury" userId="e4073c579e36f2cd" providerId="LiveId" clId="{28474560-6975-47A1-866C-39CDAE1115B6}" dt="2026-07-08T16:30:02.965" v="3872" actId="1076"/>
          <ac:spMkLst>
            <pc:docMk/>
            <pc:sldMk cId="2111627832" sldId="271"/>
            <ac:spMk id="8" creationId="{5287E2EF-AA3F-9B97-43DD-7B3692345D38}"/>
          </ac:spMkLst>
        </pc:spChg>
        <pc:picChg chg="add mod">
          <ac:chgData name="Md. Mizanur Rahman Chowdhury" userId="e4073c579e36f2cd" providerId="LiveId" clId="{28474560-6975-47A1-866C-39CDAE1115B6}" dt="2026-07-06T14:59:16.009" v="3072" actId="1076"/>
          <ac:picMkLst>
            <pc:docMk/>
            <pc:sldMk cId="2111627832" sldId="271"/>
            <ac:picMk id="6" creationId="{335E1D10-6E88-823A-C1BE-A4CD92A76775}"/>
          </ac:picMkLst>
        </pc:picChg>
      </pc:sldChg>
      <pc:sldChg chg="addSp delSp modSp add mod ord">
        <pc:chgData name="Md. Mizanur Rahman Chowdhury" userId="e4073c579e36f2cd" providerId="LiveId" clId="{28474560-6975-47A1-866C-39CDAE1115B6}" dt="2026-07-06T15:20:04.900" v="3265" actId="2711"/>
        <pc:sldMkLst>
          <pc:docMk/>
          <pc:sldMk cId="3386005912" sldId="272"/>
        </pc:sldMkLst>
        <pc:spChg chg="mod">
          <ac:chgData name="Md. Mizanur Rahman Chowdhury" userId="e4073c579e36f2cd" providerId="LiveId" clId="{28474560-6975-47A1-866C-39CDAE1115B6}" dt="2026-07-06T15:11:37.359" v="3148" actId="27636"/>
          <ac:spMkLst>
            <pc:docMk/>
            <pc:sldMk cId="3386005912" sldId="272"/>
            <ac:spMk id="2" creationId="{E844A01D-978F-D983-C1F7-8909F4B60670}"/>
          </ac:spMkLst>
        </pc:spChg>
        <pc:spChg chg="add mod">
          <ac:chgData name="Md. Mizanur Rahman Chowdhury" userId="e4073c579e36f2cd" providerId="LiveId" clId="{28474560-6975-47A1-866C-39CDAE1115B6}" dt="2026-07-06T15:20:04.900" v="3265" actId="2711"/>
          <ac:spMkLst>
            <pc:docMk/>
            <pc:sldMk cId="3386005912" sldId="272"/>
            <ac:spMk id="7" creationId="{FC9DCD9A-0326-8880-1D9D-7930A97F3B29}"/>
          </ac:spMkLst>
        </pc:spChg>
        <pc:picChg chg="add mod">
          <ac:chgData name="Md. Mizanur Rahman Chowdhury" userId="e4073c579e36f2cd" providerId="LiveId" clId="{28474560-6975-47A1-866C-39CDAE1115B6}" dt="2026-07-06T15:16:12.465" v="3201" actId="14100"/>
          <ac:picMkLst>
            <pc:docMk/>
            <pc:sldMk cId="3386005912" sldId="272"/>
            <ac:picMk id="5" creationId="{63FA8873-A12E-A73A-07E9-8ACDF152F67A}"/>
          </ac:picMkLst>
        </pc:picChg>
      </pc:sldChg>
      <pc:sldChg chg="addSp delSp modSp add mod">
        <pc:chgData name="Md. Mizanur Rahman Chowdhury" userId="e4073c579e36f2cd" providerId="LiveId" clId="{28474560-6975-47A1-866C-39CDAE1115B6}" dt="2026-07-06T15:21:59.657" v="3306" actId="14100"/>
        <pc:sldMkLst>
          <pc:docMk/>
          <pc:sldMk cId="3138337036" sldId="273"/>
        </pc:sldMkLst>
        <pc:spChg chg="mod">
          <ac:chgData name="Md. Mizanur Rahman Chowdhury" userId="e4073c579e36f2cd" providerId="LiveId" clId="{28474560-6975-47A1-866C-39CDAE1115B6}" dt="2026-07-06T15:21:00.907" v="3297" actId="20577"/>
          <ac:spMkLst>
            <pc:docMk/>
            <pc:sldMk cId="3138337036" sldId="273"/>
            <ac:spMk id="2" creationId="{E550180C-6916-C57F-6FAD-2A25D0C1191E}"/>
          </ac:spMkLst>
        </pc:spChg>
        <pc:picChg chg="add mod">
          <ac:chgData name="Md. Mizanur Rahman Chowdhury" userId="e4073c579e36f2cd" providerId="LiveId" clId="{28474560-6975-47A1-866C-39CDAE1115B6}" dt="2026-07-06T15:21:59.657" v="3306" actId="14100"/>
          <ac:picMkLst>
            <pc:docMk/>
            <pc:sldMk cId="3138337036" sldId="273"/>
            <ac:picMk id="6" creationId="{1BEFF5B2-F06E-97B0-9669-83D9EA6CF1B6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4FCDBA-C8F5-421C-847D-F44C44E39D48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D5671F-2A58-4D0B-99A6-0C89D48D5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80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1EE83-DAB2-4DB9-8910-A00D8FB655F2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77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08822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6852-1DF9-48B9-ADE6-3716A8027CE8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85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06817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33967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DE37B6-53E6-46CE-B3D1-32954851F218}" type="datetime1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31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832D-CCB1-41B2-99C9-0E701B706DCE}" type="datetime1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38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638240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8F5AB-CD31-4135-AEB4-13475C2B99DD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4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123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2964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772816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958111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665302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198992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093061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87342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206B114C-9A94-4FC3-9202-FE20D2D9126A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5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047142F-AAB0-49BA-A2C5-0A66A6858F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2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2" r:id="rId1"/>
    <p:sldLayoutId id="2147484223" r:id="rId2"/>
    <p:sldLayoutId id="2147484224" r:id="rId3"/>
    <p:sldLayoutId id="2147484225" r:id="rId4"/>
    <p:sldLayoutId id="2147484226" r:id="rId5"/>
    <p:sldLayoutId id="2147484227" r:id="rId6"/>
    <p:sldLayoutId id="2147484228" r:id="rId7"/>
    <p:sldLayoutId id="2147484229" r:id="rId8"/>
    <p:sldLayoutId id="2147484230" r:id="rId9"/>
    <p:sldLayoutId id="2147484231" r:id="rId10"/>
    <p:sldLayoutId id="2147484232" r:id="rId11"/>
    <p:sldLayoutId id="2147484233" r:id="rId12"/>
    <p:sldLayoutId id="2147484234" r:id="rId13"/>
    <p:sldLayoutId id="2147484235" r:id="rId14"/>
    <p:sldLayoutId id="2147484236" r:id="rId15"/>
    <p:sldLayoutId id="2147484237" r:id="rId16"/>
    <p:sldLayoutId id="2147484238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EFF01D02-9F57-4CB8-B2DD-FBDA74EE68E3}"/>
              </a:ext>
            </a:extLst>
          </p:cNvPr>
          <p:cNvSpPr txBox="1"/>
          <p:nvPr/>
        </p:nvSpPr>
        <p:spPr>
          <a:xfrm>
            <a:off x="4859079" y="2371401"/>
            <a:ext cx="39515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</a:p>
          <a:p>
            <a:pPr algn="ctr"/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Mizanur Rahman Chowdhury</a:t>
            </a:r>
          </a:p>
          <a:p>
            <a:pPr algn="ctr"/>
            <a:r>
              <a:rPr lang="en-US" sz="2000" b="1" dirty="0">
                <a:solidFill>
                  <a:srgbClr val="B815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ID: 2003126</a:t>
            </a:r>
            <a:endParaRPr lang="en-US" sz="2000" dirty="0">
              <a:solidFill>
                <a:srgbClr val="B8150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8B6FC04-2F95-47D6-846B-2B905CF46325}"/>
              </a:ext>
            </a:extLst>
          </p:cNvPr>
          <p:cNvSpPr txBox="1"/>
          <p:nvPr/>
        </p:nvSpPr>
        <p:spPr>
          <a:xfrm>
            <a:off x="-9888" y="4158847"/>
            <a:ext cx="395157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u="sng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Supervisor</a:t>
            </a:r>
          </a:p>
          <a:p>
            <a:pPr algn="ctr"/>
            <a:r>
              <a:rPr lang="en-US" sz="2000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Aminul Islam</a:t>
            </a:r>
          </a:p>
          <a:p>
            <a:pPr algn="ctr"/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000" b="1" dirty="0">
                <a:solidFill>
                  <a:srgbClr val="B8150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 </a:t>
            </a:r>
            <a:r>
              <a:rPr lang="en-US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utoShape 4" descr="Chittagong University of Engineering &amp;amp; Technology - Wikipedia">
            <a:extLst>
              <a:ext uri="{FF2B5EF4-FFF2-40B4-BE49-F238E27FC236}">
                <a16:creationId xmlns:a16="http://schemas.microsoft.com/office/drawing/2014/main" id="{17779A65-0295-49E0-94D9-4425AE2B83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utoShape 4" descr="Chittagong University of Engineering &amp;amp; Technology - Wikipedia">
            <a:extLst>
              <a:ext uri="{FF2B5EF4-FFF2-40B4-BE49-F238E27FC236}">
                <a16:creationId xmlns:a16="http://schemas.microsoft.com/office/drawing/2014/main" id="{49BC0C5F-F8D3-48CB-A9BB-44FBEE02F38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8647014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FD7581-2243-42E2-A522-8A05C95D5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6625" y="5481422"/>
            <a:ext cx="1041309" cy="147171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4DB05990-0F0C-4AC1-9EA7-87C40755E63E}"/>
              </a:ext>
            </a:extLst>
          </p:cNvPr>
          <p:cNvSpPr txBox="1"/>
          <p:nvPr/>
        </p:nvSpPr>
        <p:spPr>
          <a:xfrm>
            <a:off x="225082" y="5814220"/>
            <a:ext cx="774074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</a:t>
            </a:r>
          </a:p>
          <a:p>
            <a:r>
              <a:rPr lang="en-US" sz="2400" dirty="0">
                <a:solidFill>
                  <a:schemeClr val="tx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Chittagong University of Engineering &amp; Technology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33806-D889-4EE6-8D01-2FB0C3A3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9B9896-C04A-E6E6-F9FE-42BE7038EBA1}"/>
              </a:ext>
            </a:extLst>
          </p:cNvPr>
          <p:cNvSpPr/>
          <p:nvPr/>
        </p:nvSpPr>
        <p:spPr>
          <a:xfrm>
            <a:off x="0" y="0"/>
            <a:ext cx="9144000" cy="1997709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777F4C-5DAC-8B29-1062-06985479EC29}"/>
              </a:ext>
            </a:extLst>
          </p:cNvPr>
          <p:cNvSpPr txBox="1"/>
          <p:nvPr/>
        </p:nvSpPr>
        <p:spPr>
          <a:xfrm>
            <a:off x="21503" y="369604"/>
            <a:ext cx="912249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Optimization of Supply Chain Operation for </a:t>
            </a:r>
          </a:p>
          <a:p>
            <a:pPr algn="ctr"/>
            <a:r>
              <a:rPr lang="en-US" sz="3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Moving Consumer Goods</a:t>
            </a:r>
            <a:endParaRPr lang="en-US" sz="3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854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F14F69-2256-455E-A8E3-BD61DEF9DB0F}"/>
              </a:ext>
            </a:extLst>
          </p:cNvPr>
          <p:cNvSpPr txBox="1"/>
          <p:nvPr/>
        </p:nvSpPr>
        <p:spPr>
          <a:xfrm>
            <a:off x="384992" y="115779"/>
            <a:ext cx="8231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D9E17F-EC36-47DD-9063-A93CFF70D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401" y="-79016"/>
            <a:ext cx="735444" cy="1039427"/>
          </a:xfrm>
          <a:prstGeom prst="rect">
            <a:avLst/>
          </a:prstGeom>
        </p:spPr>
      </p:pic>
      <p:sp>
        <p:nvSpPr>
          <p:cNvPr id="9" name="Google Shape;500;p18">
            <a:extLst>
              <a:ext uri="{FF2B5EF4-FFF2-40B4-BE49-F238E27FC236}">
                <a16:creationId xmlns:a16="http://schemas.microsoft.com/office/drawing/2014/main" id="{564C70A7-450C-47CF-9B37-1F89A76015F0}"/>
              </a:ext>
            </a:extLst>
          </p:cNvPr>
          <p:cNvSpPr txBox="1">
            <a:spLocks/>
          </p:cNvSpPr>
          <p:nvPr/>
        </p:nvSpPr>
        <p:spPr>
          <a:xfrm>
            <a:off x="765109" y="960412"/>
            <a:ext cx="8102443" cy="1063974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Management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A260EE-AF00-CF98-8E63-0A6F0E9B0DC1}"/>
              </a:ext>
            </a:extLst>
          </p:cNvPr>
          <p:cNvSpPr/>
          <p:nvPr/>
        </p:nvSpPr>
        <p:spPr>
          <a:xfrm>
            <a:off x="2225615" y="2024383"/>
            <a:ext cx="1223599" cy="7015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774562-4DF1-03D6-203C-C4A33EC9DCF8}"/>
              </a:ext>
            </a:extLst>
          </p:cNvPr>
          <p:cNvSpPr/>
          <p:nvPr/>
        </p:nvSpPr>
        <p:spPr>
          <a:xfrm>
            <a:off x="434155" y="2024384"/>
            <a:ext cx="1101348" cy="70156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Supplier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5FE1182-F0D8-8FAE-7E30-92C90F246039}"/>
              </a:ext>
            </a:extLst>
          </p:cNvPr>
          <p:cNvSpPr/>
          <p:nvPr/>
        </p:nvSpPr>
        <p:spPr>
          <a:xfrm>
            <a:off x="7897048" y="2024381"/>
            <a:ext cx="1101348" cy="70156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0F3712-FCF9-787B-41BA-70CD625067AB}"/>
              </a:ext>
            </a:extLst>
          </p:cNvPr>
          <p:cNvSpPr/>
          <p:nvPr/>
        </p:nvSpPr>
        <p:spPr>
          <a:xfrm>
            <a:off x="6175288" y="2024382"/>
            <a:ext cx="1101348" cy="70156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Times New Roman" panose="02020603050405020304" pitchFamily="18" charset="0"/>
                <a:cs typeface="Times New Roman" panose="02020603050405020304" pitchFamily="18" charset="0"/>
              </a:rPr>
              <a:t>Retailer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C6BEBE5-3BF5-6558-BBCA-E30A79FCC332}"/>
              </a:ext>
            </a:extLst>
          </p:cNvPr>
          <p:cNvSpPr/>
          <p:nvPr/>
        </p:nvSpPr>
        <p:spPr>
          <a:xfrm>
            <a:off x="4261577" y="2024383"/>
            <a:ext cx="1101348" cy="70156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Distributer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7A0ED7B-4A74-74F5-EEB3-478B7ADF74CB}"/>
              </a:ext>
            </a:extLst>
          </p:cNvPr>
          <p:cNvCxnSpPr>
            <a:stCxn id="3" idx="3"/>
            <a:endCxn id="2" idx="1"/>
          </p:cNvCxnSpPr>
          <p:nvPr/>
        </p:nvCxnSpPr>
        <p:spPr>
          <a:xfrm flipV="1">
            <a:off x="1535503" y="2375165"/>
            <a:ext cx="690112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D04FE9-73DC-01F2-25D4-CC80098C051A}"/>
              </a:ext>
            </a:extLst>
          </p:cNvPr>
          <p:cNvCxnSpPr>
            <a:cxnSpLocks/>
            <a:endCxn id="6" idx="1"/>
          </p:cNvCxnSpPr>
          <p:nvPr/>
        </p:nvCxnSpPr>
        <p:spPr>
          <a:xfrm flipV="1">
            <a:off x="7276636" y="2375163"/>
            <a:ext cx="620412" cy="2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0F6767A-D7D2-17F6-A495-006DA44E777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362925" y="2375163"/>
            <a:ext cx="81236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67075B0-CE48-FBED-4737-274B259F0D79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3449214" y="2375164"/>
            <a:ext cx="812363" cy="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50E3426-AF4B-C06A-61E8-00FD4EE1C56B}"/>
              </a:ext>
            </a:extLst>
          </p:cNvPr>
          <p:cNvSpPr/>
          <p:nvPr/>
        </p:nvSpPr>
        <p:spPr>
          <a:xfrm>
            <a:off x="2225615" y="5725206"/>
            <a:ext cx="1223599" cy="7015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Expected Final Product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9C81CD3-7234-BE0F-06A9-3B7D68C047CB}"/>
              </a:ext>
            </a:extLst>
          </p:cNvPr>
          <p:cNvCxnSpPr>
            <a:stCxn id="2" idx="2"/>
            <a:endCxn id="23" idx="0"/>
          </p:cNvCxnSpPr>
          <p:nvPr/>
        </p:nvCxnSpPr>
        <p:spPr>
          <a:xfrm>
            <a:off x="2837415" y="2725947"/>
            <a:ext cx="0" cy="2999259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0578C5DC-F32B-ABF8-1B46-8A7CE2EA067F}"/>
              </a:ext>
            </a:extLst>
          </p:cNvPr>
          <p:cNvSpPr/>
          <p:nvPr/>
        </p:nvSpPr>
        <p:spPr>
          <a:xfrm>
            <a:off x="3037978" y="3020830"/>
            <a:ext cx="1223599" cy="7015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23A61C5-C23D-517F-9CCC-630860F52CF3}"/>
              </a:ext>
            </a:extLst>
          </p:cNvPr>
          <p:cNvSpPr/>
          <p:nvPr/>
        </p:nvSpPr>
        <p:spPr>
          <a:xfrm>
            <a:off x="3037978" y="3874794"/>
            <a:ext cx="1223599" cy="7015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E78DCF4-A340-16AD-B47D-4F9C7F689B92}"/>
              </a:ext>
            </a:extLst>
          </p:cNvPr>
          <p:cNvSpPr/>
          <p:nvPr/>
        </p:nvSpPr>
        <p:spPr>
          <a:xfrm>
            <a:off x="3037978" y="4718842"/>
            <a:ext cx="1223599" cy="70156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C75117C-02FA-B942-1D94-9D5716523E5F}"/>
              </a:ext>
            </a:extLst>
          </p:cNvPr>
          <p:cNvSpPr/>
          <p:nvPr/>
        </p:nvSpPr>
        <p:spPr>
          <a:xfrm>
            <a:off x="1415403" y="3173234"/>
            <a:ext cx="1223599" cy="224717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Operation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1B24E72-8F63-409B-2240-6A6516257381}"/>
              </a:ext>
            </a:extLst>
          </p:cNvPr>
          <p:cNvSpPr/>
          <p:nvPr/>
        </p:nvSpPr>
        <p:spPr>
          <a:xfrm>
            <a:off x="4462139" y="3261575"/>
            <a:ext cx="1223599" cy="1928001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Measuring</a:t>
            </a:r>
          </a:p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</a:p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Prediction Outcome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CDB152D-EB2B-B198-45FF-0CFF8B4E3DCD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3649776" y="3732310"/>
            <a:ext cx="2" cy="1424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B1AFF68-FC3A-3EB7-ACC2-32D7CB5E7573}"/>
              </a:ext>
            </a:extLst>
          </p:cNvPr>
          <p:cNvCxnSpPr>
            <a:cxnSpLocks/>
            <a:endCxn id="30" idx="0"/>
          </p:cNvCxnSpPr>
          <p:nvPr/>
        </p:nvCxnSpPr>
        <p:spPr>
          <a:xfrm>
            <a:off x="3639075" y="4568269"/>
            <a:ext cx="10703" cy="15057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1654DDDF-9CEB-3105-4FAB-94D9F63A47D7}"/>
              </a:ext>
            </a:extLst>
          </p:cNvPr>
          <p:cNvCxnSpPr>
            <a:cxnSpLocks/>
          </p:cNvCxnSpPr>
          <p:nvPr/>
        </p:nvCxnSpPr>
        <p:spPr>
          <a:xfrm>
            <a:off x="4276036" y="3429000"/>
            <a:ext cx="18610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59D4A5B-A970-ABD6-B0F0-97B8E7282A70}"/>
              </a:ext>
            </a:extLst>
          </p:cNvPr>
          <p:cNvCxnSpPr>
            <a:cxnSpLocks/>
          </p:cNvCxnSpPr>
          <p:nvPr/>
        </p:nvCxnSpPr>
        <p:spPr>
          <a:xfrm>
            <a:off x="4276035" y="4256784"/>
            <a:ext cx="18610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76C7494-1EC8-8F2A-10CB-F78FA24A0AA6}"/>
              </a:ext>
            </a:extLst>
          </p:cNvPr>
          <p:cNvCxnSpPr>
            <a:cxnSpLocks/>
          </p:cNvCxnSpPr>
          <p:nvPr/>
        </p:nvCxnSpPr>
        <p:spPr>
          <a:xfrm>
            <a:off x="4261577" y="5099326"/>
            <a:ext cx="18610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8BBBA40-7779-B71A-AC26-AA50C5837ABF}"/>
              </a:ext>
            </a:extLst>
          </p:cNvPr>
          <p:cNvCxnSpPr>
            <a:cxnSpLocks/>
          </p:cNvCxnSpPr>
          <p:nvPr/>
        </p:nvCxnSpPr>
        <p:spPr>
          <a:xfrm>
            <a:off x="5685738" y="4225575"/>
            <a:ext cx="1896096" cy="0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F771A13A-8D27-1B71-87AE-E4687F413CFD}"/>
              </a:ext>
            </a:extLst>
          </p:cNvPr>
          <p:cNvSpPr/>
          <p:nvPr/>
        </p:nvSpPr>
        <p:spPr>
          <a:xfrm>
            <a:off x="6485494" y="3020830"/>
            <a:ext cx="2192680" cy="70156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Existence Software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D68283F-333C-BCB4-A847-6F32AB066A44}"/>
              </a:ext>
            </a:extLst>
          </p:cNvPr>
          <p:cNvSpPr/>
          <p:nvPr/>
        </p:nvSpPr>
        <p:spPr>
          <a:xfrm>
            <a:off x="6491547" y="4704003"/>
            <a:ext cx="2192680" cy="701564"/>
          </a:xfrm>
          <a:prstGeom prst="rect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 Data Driven Decision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CF0DECC-4BE3-5DFB-4B3B-FF2957703E06}"/>
              </a:ext>
            </a:extLst>
          </p:cNvPr>
          <p:cNvCxnSpPr>
            <a:cxnSpLocks/>
            <a:stCxn id="52" idx="0"/>
            <a:endCxn id="51" idx="2"/>
          </p:cNvCxnSpPr>
          <p:nvPr/>
        </p:nvCxnSpPr>
        <p:spPr>
          <a:xfrm flipH="1" flipV="1">
            <a:off x="7581834" y="3722394"/>
            <a:ext cx="6053" cy="981609"/>
          </a:xfrm>
          <a:prstGeom prst="line">
            <a:avLst/>
          </a:prstGeom>
          <a:ln w="285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A0765FBE-0E92-DA40-9082-E5701153B448}"/>
              </a:ext>
            </a:extLst>
          </p:cNvPr>
          <p:cNvSpPr txBox="1"/>
          <p:nvPr/>
        </p:nvSpPr>
        <p:spPr>
          <a:xfrm>
            <a:off x="6805820" y="5420406"/>
            <a:ext cx="1552028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FF2F2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 focused Point</a:t>
            </a:r>
          </a:p>
        </p:txBody>
      </p:sp>
    </p:spTree>
    <p:extLst>
      <p:ext uri="{BB962C8B-B14F-4D97-AF65-F5344CB8AC3E}">
        <p14:creationId xmlns:p14="http://schemas.microsoft.com/office/powerpoint/2010/main" val="1565492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F14F69-2256-455E-A8E3-BD61DEF9DB0F}"/>
              </a:ext>
            </a:extLst>
          </p:cNvPr>
          <p:cNvSpPr txBox="1"/>
          <p:nvPr/>
        </p:nvSpPr>
        <p:spPr>
          <a:xfrm>
            <a:off x="252586" y="402581"/>
            <a:ext cx="82313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885435-7730-4B95-B8F6-5B2E55BB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401" y="-79016"/>
            <a:ext cx="735444" cy="1039427"/>
          </a:xfrm>
          <a:prstGeom prst="rect">
            <a:avLst/>
          </a:prstGeom>
        </p:spPr>
      </p:pic>
      <p:sp>
        <p:nvSpPr>
          <p:cNvPr id="9" name="Google Shape;500;p18">
            <a:extLst>
              <a:ext uri="{FF2B5EF4-FFF2-40B4-BE49-F238E27FC236}">
                <a16:creationId xmlns:a16="http://schemas.microsoft.com/office/drawing/2014/main" id="{FEF7C27C-536A-4D29-B97D-1615715DAF09}"/>
              </a:ext>
            </a:extLst>
          </p:cNvPr>
          <p:cNvSpPr txBox="1">
            <a:spLocks/>
          </p:cNvSpPr>
          <p:nvPr/>
        </p:nvSpPr>
        <p:spPr>
          <a:xfrm>
            <a:off x="556304" y="1376250"/>
            <a:ext cx="8328903" cy="4980101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simulate supply chain networks</a:t>
            </a:r>
          </a:p>
          <a:p>
            <a:pPr lvl="0">
              <a:lnSpc>
                <a:spcPct val="2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minimize the cost</a:t>
            </a:r>
          </a:p>
          <a:p>
            <a:pPr lvl="0">
              <a:lnSpc>
                <a:spcPct val="2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do futuristic analysis</a:t>
            </a:r>
          </a:p>
          <a:p>
            <a:pPr>
              <a:lnSpc>
                <a:spcPct val="2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supply chain strategy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394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F14F69-2256-455E-A8E3-BD61DEF9DB0F}"/>
              </a:ext>
            </a:extLst>
          </p:cNvPr>
          <p:cNvSpPr txBox="1"/>
          <p:nvPr/>
        </p:nvSpPr>
        <p:spPr>
          <a:xfrm>
            <a:off x="442572" y="148309"/>
            <a:ext cx="82313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Methodology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885435-7730-4B95-B8F6-5B2E55BB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401" y="-79016"/>
            <a:ext cx="735444" cy="103942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3EEB4EF-3CC1-4F19-85EC-F120EC877C78}"/>
              </a:ext>
            </a:extLst>
          </p:cNvPr>
          <p:cNvSpPr/>
          <p:nvPr/>
        </p:nvSpPr>
        <p:spPr>
          <a:xfrm>
            <a:off x="468713" y="1113606"/>
            <a:ext cx="1110344" cy="5399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FMCG SCN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3CEC30-F692-5044-7320-5E2E13DCB01E}"/>
              </a:ext>
            </a:extLst>
          </p:cNvPr>
          <p:cNvSpPr/>
          <p:nvPr/>
        </p:nvSpPr>
        <p:spPr>
          <a:xfrm>
            <a:off x="3587583" y="1113606"/>
            <a:ext cx="1110344" cy="5399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FMCG SCN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A682D2-95A4-EA4B-ECA7-E3C7B6BC6611}"/>
              </a:ext>
            </a:extLst>
          </p:cNvPr>
          <p:cNvSpPr/>
          <p:nvPr/>
        </p:nvSpPr>
        <p:spPr>
          <a:xfrm>
            <a:off x="7405006" y="1134301"/>
            <a:ext cx="1110344" cy="5399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FMCG SCN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1F84703-842A-9DEB-A11B-9AD4F32A4180}"/>
              </a:ext>
            </a:extLst>
          </p:cNvPr>
          <p:cNvCxnSpPr>
            <a:cxnSpLocks/>
            <a:stCxn id="2" idx="3"/>
            <a:endCxn id="3" idx="1"/>
          </p:cNvCxnSpPr>
          <p:nvPr/>
        </p:nvCxnSpPr>
        <p:spPr>
          <a:xfrm>
            <a:off x="1579057" y="1383572"/>
            <a:ext cx="200852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BC7F3A0-1151-BEE3-76E0-6FC5CE752B0F}"/>
              </a:ext>
            </a:extLst>
          </p:cNvPr>
          <p:cNvCxnSpPr>
            <a:cxnSpLocks/>
            <a:stCxn id="3" idx="3"/>
            <a:endCxn id="6" idx="1"/>
          </p:cNvCxnSpPr>
          <p:nvPr/>
        </p:nvCxnSpPr>
        <p:spPr>
          <a:xfrm>
            <a:off x="4697927" y="1383572"/>
            <a:ext cx="2707079" cy="2069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EA2A85D-EFF6-021E-51DE-E8081DF0FA78}"/>
              </a:ext>
            </a:extLst>
          </p:cNvPr>
          <p:cNvCxnSpPr>
            <a:cxnSpLocks/>
          </p:cNvCxnSpPr>
          <p:nvPr/>
        </p:nvCxnSpPr>
        <p:spPr>
          <a:xfrm>
            <a:off x="7977521" y="1653537"/>
            <a:ext cx="0" cy="6379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8330622E-8BE7-0B83-1FF7-F55E375BD350}"/>
              </a:ext>
            </a:extLst>
          </p:cNvPr>
          <p:cNvSpPr/>
          <p:nvPr/>
        </p:nvSpPr>
        <p:spPr>
          <a:xfrm>
            <a:off x="1960243" y="1736420"/>
            <a:ext cx="1110344" cy="16383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52E4689-E66F-6BFA-DE59-4D01F0D68746}"/>
              </a:ext>
            </a:extLst>
          </p:cNvPr>
          <p:cNvSpPr/>
          <p:nvPr/>
        </p:nvSpPr>
        <p:spPr>
          <a:xfrm>
            <a:off x="4775110" y="1736420"/>
            <a:ext cx="1187628" cy="1638300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CF9373-2D68-BD83-8E23-D445515DBBF2}"/>
              </a:ext>
            </a:extLst>
          </p:cNvPr>
          <p:cNvSpPr/>
          <p:nvPr/>
        </p:nvSpPr>
        <p:spPr>
          <a:xfrm>
            <a:off x="7422349" y="2321921"/>
            <a:ext cx="1110344" cy="5399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Prediction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CD64BC-F8C4-847D-85F6-54FA81AD6685}"/>
              </a:ext>
            </a:extLst>
          </p:cNvPr>
          <p:cNvSpPr/>
          <p:nvPr/>
        </p:nvSpPr>
        <p:spPr>
          <a:xfrm>
            <a:off x="7386929" y="3512748"/>
            <a:ext cx="1187628" cy="1638300"/>
          </a:xfrm>
          <a:prstGeom prst="rect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A9AEF0-ACCE-5333-6C9D-1D53529EA4D2}"/>
              </a:ext>
            </a:extLst>
          </p:cNvPr>
          <p:cNvCxnSpPr>
            <a:cxnSpLocks/>
          </p:cNvCxnSpPr>
          <p:nvPr/>
        </p:nvCxnSpPr>
        <p:spPr>
          <a:xfrm>
            <a:off x="5368924" y="1404266"/>
            <a:ext cx="0" cy="341085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99F220-1617-5834-C02A-AC9F383DB716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>
            <a:off x="7977521" y="2861852"/>
            <a:ext cx="3222" cy="650896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FC7DA43-E18F-D62C-FAAD-43CAAFCB35BC}"/>
              </a:ext>
            </a:extLst>
          </p:cNvPr>
          <p:cNvCxnSpPr>
            <a:cxnSpLocks/>
          </p:cNvCxnSpPr>
          <p:nvPr/>
        </p:nvCxnSpPr>
        <p:spPr>
          <a:xfrm flipH="1">
            <a:off x="2510810" y="1383571"/>
            <a:ext cx="4605" cy="352849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5" name="Connector: Elbow 74">
            <a:extLst>
              <a:ext uri="{FF2B5EF4-FFF2-40B4-BE49-F238E27FC236}">
                <a16:creationId xmlns:a16="http://schemas.microsoft.com/office/drawing/2014/main" id="{DB6CD43D-CFF7-72E2-3F1F-A5E223184D89}"/>
              </a:ext>
            </a:extLst>
          </p:cNvPr>
          <p:cNvCxnSpPr>
            <a:cxnSpLocks/>
            <a:stCxn id="81" idx="0"/>
            <a:endCxn id="15" idx="2"/>
          </p:cNvCxnSpPr>
          <p:nvPr/>
        </p:nvCxnSpPr>
        <p:spPr>
          <a:xfrm rot="5400000" flipH="1" flipV="1">
            <a:off x="3952938" y="3337169"/>
            <a:ext cx="1378435" cy="1453538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0" name="Rectangle 79">
            <a:extLst>
              <a:ext uri="{FF2B5EF4-FFF2-40B4-BE49-F238E27FC236}">
                <a16:creationId xmlns:a16="http://schemas.microsoft.com/office/drawing/2014/main" id="{BF8049EF-EF28-3622-302C-2CC1DE1A6E74}"/>
              </a:ext>
            </a:extLst>
          </p:cNvPr>
          <p:cNvSpPr/>
          <p:nvPr/>
        </p:nvSpPr>
        <p:spPr>
          <a:xfrm>
            <a:off x="1491030" y="5140985"/>
            <a:ext cx="1110344" cy="497158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EDB71B6B-C208-F57D-8C5E-B2A4C8B8552B}"/>
              </a:ext>
            </a:extLst>
          </p:cNvPr>
          <p:cNvSpPr/>
          <p:nvPr/>
        </p:nvSpPr>
        <p:spPr>
          <a:xfrm>
            <a:off x="3360214" y="4753155"/>
            <a:ext cx="1110344" cy="1268083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Model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2E84C9F-4B0C-9BA2-CB4B-8833D02217BD}"/>
              </a:ext>
            </a:extLst>
          </p:cNvPr>
          <p:cNvSpPr/>
          <p:nvPr/>
        </p:nvSpPr>
        <p:spPr>
          <a:xfrm>
            <a:off x="5267583" y="5129063"/>
            <a:ext cx="1110344" cy="53993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Making Decision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8BDC0D1-67EA-2CF5-117F-7F060B44D6B6}"/>
              </a:ext>
            </a:extLst>
          </p:cNvPr>
          <p:cNvCxnSpPr>
            <a:cxnSpLocks/>
            <a:stCxn id="80" idx="3"/>
            <a:endCxn id="81" idx="1"/>
          </p:cNvCxnSpPr>
          <p:nvPr/>
        </p:nvCxnSpPr>
        <p:spPr>
          <a:xfrm flipV="1">
            <a:off x="2601374" y="5387197"/>
            <a:ext cx="758840" cy="236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AEC2833-5116-887B-67FB-4EB3DF1B7F71}"/>
              </a:ext>
            </a:extLst>
          </p:cNvPr>
          <p:cNvCxnSpPr>
            <a:cxnSpLocks/>
            <a:stCxn id="81" idx="3"/>
            <a:endCxn id="84" idx="1"/>
          </p:cNvCxnSpPr>
          <p:nvPr/>
        </p:nvCxnSpPr>
        <p:spPr>
          <a:xfrm>
            <a:off x="4470558" y="5387197"/>
            <a:ext cx="797025" cy="1183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03651BB-5153-3072-C4E0-422B8E240D0B}"/>
              </a:ext>
            </a:extLst>
          </p:cNvPr>
          <p:cNvCxnSpPr>
            <a:stCxn id="2" idx="2"/>
            <a:endCxn id="80" idx="1"/>
          </p:cNvCxnSpPr>
          <p:nvPr/>
        </p:nvCxnSpPr>
        <p:spPr>
          <a:xfrm rot="16200000" flipH="1">
            <a:off x="-610556" y="3287977"/>
            <a:ext cx="3736027" cy="467145"/>
          </a:xfrm>
          <a:prstGeom prst="bentConnector2">
            <a:avLst/>
          </a:prstGeom>
          <a:ln w="38100"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12678EDA-F868-4448-9EDC-D6BB2CAC739B}"/>
              </a:ext>
            </a:extLst>
          </p:cNvPr>
          <p:cNvCxnSpPr>
            <a:cxnSpLocks/>
            <a:endCxn id="14" idx="2"/>
          </p:cNvCxnSpPr>
          <p:nvPr/>
        </p:nvCxnSpPr>
        <p:spPr>
          <a:xfrm rot="16200000" flipV="1">
            <a:off x="2362282" y="3527854"/>
            <a:ext cx="1378435" cy="1072168"/>
          </a:xfrm>
          <a:prstGeom prst="bentConnector3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FEE46335-AF93-D501-66C7-458F43CC58F7}"/>
              </a:ext>
            </a:extLst>
          </p:cNvPr>
          <p:cNvCxnSpPr>
            <a:cxnSpLocks/>
            <a:endCxn id="17" idx="1"/>
          </p:cNvCxnSpPr>
          <p:nvPr/>
        </p:nvCxnSpPr>
        <p:spPr>
          <a:xfrm flipV="1">
            <a:off x="4192438" y="4331898"/>
            <a:ext cx="3194491" cy="421256"/>
          </a:xfrm>
          <a:prstGeom prst="bentConnector3">
            <a:avLst>
              <a:gd name="adj1" fmla="val 2743"/>
            </a:avLst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80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1CE6B-A264-1C7C-474D-77FA552F6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430" y="118192"/>
            <a:ext cx="7773338" cy="1046381"/>
          </a:xfrm>
        </p:spPr>
        <p:txBody>
          <a:bodyPr/>
          <a:lstStyle/>
          <a:p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description analysis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91C606B-58A8-29B9-9ECB-F10D4E63B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98302" y="5551662"/>
            <a:ext cx="724268" cy="662724"/>
          </a:xfrm>
        </p:spPr>
        <p:txBody>
          <a:bodyPr/>
          <a:lstStyle/>
          <a:p>
            <a:fld id="{C047142F-AAB0-49BA-A2C5-0A66A6858FE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4524E9-8BDD-75F9-19CC-421871D2070F}"/>
              </a:ext>
            </a:extLst>
          </p:cNvPr>
          <p:cNvSpPr/>
          <p:nvPr/>
        </p:nvSpPr>
        <p:spPr>
          <a:xfrm>
            <a:off x="2459792" y="2057132"/>
            <a:ext cx="1328829" cy="81739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Plant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83D10E-9F16-D2D3-2D02-6EA5480B32F2}"/>
              </a:ext>
            </a:extLst>
          </p:cNvPr>
          <p:cNvSpPr/>
          <p:nvPr/>
        </p:nvSpPr>
        <p:spPr>
          <a:xfrm>
            <a:off x="5346724" y="2057132"/>
            <a:ext cx="1328829" cy="817391"/>
          </a:xfrm>
          <a:prstGeom prst="rect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335023-8CE2-4025-7FD1-8E2FD33A0D25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3788621" y="2465828"/>
            <a:ext cx="1558103" cy="0"/>
          </a:xfrm>
          <a:prstGeom prst="lin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E223133-B864-965B-73D4-E91EA20D8F71}"/>
              </a:ext>
            </a:extLst>
          </p:cNvPr>
          <p:cNvCxnSpPr>
            <a:cxnSpLocks/>
            <a:stCxn id="4" idx="0"/>
            <a:endCxn id="21" idx="4"/>
          </p:cNvCxnSpPr>
          <p:nvPr/>
        </p:nvCxnSpPr>
        <p:spPr>
          <a:xfrm flipH="1" flipV="1">
            <a:off x="2689068" y="1636936"/>
            <a:ext cx="435139" cy="420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939041E-482B-B5D3-2171-1337CF9533A6}"/>
              </a:ext>
            </a:extLst>
          </p:cNvPr>
          <p:cNvCxnSpPr>
            <a:cxnSpLocks/>
            <a:endCxn id="24" idx="6"/>
          </p:cNvCxnSpPr>
          <p:nvPr/>
        </p:nvCxnSpPr>
        <p:spPr>
          <a:xfrm flipH="1">
            <a:off x="1693816" y="2638700"/>
            <a:ext cx="741700" cy="8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DFB69B9-D779-19B8-37CF-4D2C83706321}"/>
              </a:ext>
            </a:extLst>
          </p:cNvPr>
          <p:cNvCxnSpPr>
            <a:cxnSpLocks/>
            <a:stCxn id="4" idx="1"/>
            <a:endCxn id="23" idx="6"/>
          </p:cNvCxnSpPr>
          <p:nvPr/>
        </p:nvCxnSpPr>
        <p:spPr>
          <a:xfrm flipH="1" flipV="1">
            <a:off x="1711995" y="2072374"/>
            <a:ext cx="747797" cy="3934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EA4E7F-828B-7D65-D0F3-22257C026D6A}"/>
              </a:ext>
            </a:extLst>
          </p:cNvPr>
          <p:cNvCxnSpPr>
            <a:cxnSpLocks/>
            <a:endCxn id="22" idx="4"/>
          </p:cNvCxnSpPr>
          <p:nvPr/>
        </p:nvCxnSpPr>
        <p:spPr>
          <a:xfrm flipH="1" flipV="1">
            <a:off x="1962526" y="1726021"/>
            <a:ext cx="468710" cy="346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B10BE78-5764-0BCE-8C34-B1FC32C5DCD2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2376574" y="2868644"/>
            <a:ext cx="298191" cy="5271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336D8D1-FD2E-F167-F515-2A724C0260D5}"/>
              </a:ext>
            </a:extLst>
          </p:cNvPr>
          <p:cNvCxnSpPr>
            <a:cxnSpLocks/>
            <a:endCxn id="27" idx="7"/>
          </p:cNvCxnSpPr>
          <p:nvPr/>
        </p:nvCxnSpPr>
        <p:spPr>
          <a:xfrm flipH="1">
            <a:off x="1867105" y="2874523"/>
            <a:ext cx="573908" cy="432166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ECFF3FA-E612-10CB-37E0-FEF11095A716}"/>
              </a:ext>
            </a:extLst>
          </p:cNvPr>
          <p:cNvCxnSpPr>
            <a:cxnSpLocks/>
            <a:stCxn id="4" idx="2"/>
            <a:endCxn id="26" idx="0"/>
          </p:cNvCxnSpPr>
          <p:nvPr/>
        </p:nvCxnSpPr>
        <p:spPr>
          <a:xfrm>
            <a:off x="3124207" y="2874523"/>
            <a:ext cx="51523" cy="5856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C62AA5F-B9E2-4AB0-7D9C-897183F3653A}"/>
              </a:ext>
            </a:extLst>
          </p:cNvPr>
          <p:cNvCxnSpPr>
            <a:cxnSpLocks/>
            <a:stCxn id="5" idx="0"/>
            <a:endCxn id="28" idx="4"/>
          </p:cNvCxnSpPr>
          <p:nvPr/>
        </p:nvCxnSpPr>
        <p:spPr>
          <a:xfrm flipV="1">
            <a:off x="6011139" y="1485167"/>
            <a:ext cx="298640" cy="5719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1CB75AB-99E1-08B6-2B85-3CA15FB3EBA3}"/>
              </a:ext>
            </a:extLst>
          </p:cNvPr>
          <p:cNvCxnSpPr>
            <a:cxnSpLocks/>
            <a:stCxn id="5" idx="2"/>
            <a:endCxn id="34" idx="0"/>
          </p:cNvCxnSpPr>
          <p:nvPr/>
        </p:nvCxnSpPr>
        <p:spPr>
          <a:xfrm flipH="1">
            <a:off x="5825967" y="2874523"/>
            <a:ext cx="185172" cy="6644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362511-842F-A969-D8C5-B420FCE00ACA}"/>
              </a:ext>
            </a:extLst>
          </p:cNvPr>
          <p:cNvCxnSpPr>
            <a:cxnSpLocks/>
            <a:endCxn id="29" idx="3"/>
          </p:cNvCxnSpPr>
          <p:nvPr/>
        </p:nvCxnSpPr>
        <p:spPr>
          <a:xfrm flipV="1">
            <a:off x="6509642" y="1493691"/>
            <a:ext cx="368353" cy="5536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36738E2-A506-D8F5-B348-F4D537160E9C}"/>
              </a:ext>
            </a:extLst>
          </p:cNvPr>
          <p:cNvCxnSpPr>
            <a:cxnSpLocks/>
            <a:endCxn id="30" idx="3"/>
          </p:cNvCxnSpPr>
          <p:nvPr/>
        </p:nvCxnSpPr>
        <p:spPr>
          <a:xfrm flipV="1">
            <a:off x="6699538" y="2054796"/>
            <a:ext cx="661243" cy="2143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433DF68-F317-E7FA-5FBA-EF06D5508E64}"/>
              </a:ext>
            </a:extLst>
          </p:cNvPr>
          <p:cNvCxnSpPr>
            <a:cxnSpLocks/>
            <a:endCxn id="31" idx="2"/>
          </p:cNvCxnSpPr>
          <p:nvPr/>
        </p:nvCxnSpPr>
        <p:spPr>
          <a:xfrm>
            <a:off x="6686803" y="2531997"/>
            <a:ext cx="695925" cy="1609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CD8FA1-49FA-35B1-7EAD-DD435C18A805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6369817" y="2874523"/>
            <a:ext cx="977540" cy="386058"/>
          </a:xfrm>
          <a:prstGeom prst="straightConnector1">
            <a:avLst/>
          </a:prstGeom>
          <a:ln>
            <a:prstDash val="dashDot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BA8EF390-2C10-6133-23C4-8EF935BFA517}"/>
              </a:ext>
            </a:extLst>
          </p:cNvPr>
          <p:cNvCxnSpPr>
            <a:cxnSpLocks/>
            <a:endCxn id="33" idx="0"/>
          </p:cNvCxnSpPr>
          <p:nvPr/>
        </p:nvCxnSpPr>
        <p:spPr>
          <a:xfrm>
            <a:off x="6154207" y="2874523"/>
            <a:ext cx="631564" cy="8004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FD02DC9-EF8C-B411-D8A9-938B7C262EA2}"/>
              </a:ext>
            </a:extLst>
          </p:cNvPr>
          <p:cNvSpPr/>
          <p:nvPr/>
        </p:nvSpPr>
        <p:spPr>
          <a:xfrm>
            <a:off x="2376573" y="1180717"/>
            <a:ext cx="624989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4F0F91F-282F-61EB-B348-276DC712DC29}"/>
              </a:ext>
            </a:extLst>
          </p:cNvPr>
          <p:cNvSpPr/>
          <p:nvPr/>
        </p:nvSpPr>
        <p:spPr>
          <a:xfrm>
            <a:off x="1647653" y="1269802"/>
            <a:ext cx="629745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E33B05-75B3-F696-87A0-0AB69CBE79E6}"/>
              </a:ext>
            </a:extLst>
          </p:cNvPr>
          <p:cNvSpPr/>
          <p:nvPr/>
        </p:nvSpPr>
        <p:spPr>
          <a:xfrm>
            <a:off x="1082250" y="1844264"/>
            <a:ext cx="629745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N3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303DED6-1635-37B8-2E01-8CBE1FCF0760}"/>
              </a:ext>
            </a:extLst>
          </p:cNvPr>
          <p:cNvSpPr/>
          <p:nvPr/>
        </p:nvSpPr>
        <p:spPr>
          <a:xfrm>
            <a:off x="1064071" y="2418931"/>
            <a:ext cx="629745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N4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A0D00A7-40E2-0BF0-A075-805F9364C6D2}"/>
              </a:ext>
            </a:extLst>
          </p:cNvPr>
          <p:cNvSpPr/>
          <p:nvPr/>
        </p:nvSpPr>
        <p:spPr>
          <a:xfrm>
            <a:off x="1960620" y="3395774"/>
            <a:ext cx="831907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N(n-1)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2C3BE791-AC04-D923-9AE1-6FAEB4FA44F3}"/>
              </a:ext>
            </a:extLst>
          </p:cNvPr>
          <p:cNvSpPr/>
          <p:nvPr/>
        </p:nvSpPr>
        <p:spPr>
          <a:xfrm>
            <a:off x="2847489" y="3460221"/>
            <a:ext cx="656481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N(n)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D658FE3-B2DA-B5CA-7B33-137997D1E36C}"/>
              </a:ext>
            </a:extLst>
          </p:cNvPr>
          <p:cNvSpPr/>
          <p:nvPr/>
        </p:nvSpPr>
        <p:spPr>
          <a:xfrm>
            <a:off x="1407823" y="3239877"/>
            <a:ext cx="538082" cy="456219"/>
          </a:xfrm>
          <a:prstGeom prst="ellipse">
            <a:avLst/>
          </a:prstGeom>
          <a:ln w="31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N..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9E084EB-33C1-4B4D-AEFA-45292DE6F864}"/>
              </a:ext>
            </a:extLst>
          </p:cNvPr>
          <p:cNvSpPr/>
          <p:nvPr/>
        </p:nvSpPr>
        <p:spPr>
          <a:xfrm>
            <a:off x="6011138" y="1028948"/>
            <a:ext cx="597282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N1</a:t>
            </a: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BACB104-115D-7B21-5F90-6FED2608C5FD}"/>
              </a:ext>
            </a:extLst>
          </p:cNvPr>
          <p:cNvSpPr/>
          <p:nvPr/>
        </p:nvSpPr>
        <p:spPr>
          <a:xfrm>
            <a:off x="6785771" y="1104284"/>
            <a:ext cx="629745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50625B24-3EFD-6C1D-70F6-900EB024F454}"/>
              </a:ext>
            </a:extLst>
          </p:cNvPr>
          <p:cNvSpPr/>
          <p:nvPr/>
        </p:nvSpPr>
        <p:spPr>
          <a:xfrm>
            <a:off x="7268557" y="1665389"/>
            <a:ext cx="629745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N3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B550E1C-EF61-1DFE-468E-460C2A647673}"/>
              </a:ext>
            </a:extLst>
          </p:cNvPr>
          <p:cNvSpPr/>
          <p:nvPr/>
        </p:nvSpPr>
        <p:spPr>
          <a:xfrm>
            <a:off x="7382728" y="2464844"/>
            <a:ext cx="622512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N4</a:t>
            </a: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5467BF1-323F-5328-6B4B-6858338FF2CA}"/>
              </a:ext>
            </a:extLst>
          </p:cNvPr>
          <p:cNvSpPr/>
          <p:nvPr/>
        </p:nvSpPr>
        <p:spPr>
          <a:xfrm>
            <a:off x="7268557" y="3193769"/>
            <a:ext cx="538082" cy="456219"/>
          </a:xfrm>
          <a:prstGeom prst="ellipse">
            <a:avLst/>
          </a:prstGeom>
          <a:ln w="3175">
            <a:prstDash val="dashDot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N..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BB288A0-C3DA-29C4-6B15-93D4D0FB20FB}"/>
              </a:ext>
            </a:extLst>
          </p:cNvPr>
          <p:cNvSpPr/>
          <p:nvPr/>
        </p:nvSpPr>
        <p:spPr>
          <a:xfrm>
            <a:off x="6369817" y="3675018"/>
            <a:ext cx="831907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N(n-1)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14B138C-0189-7AF2-7AB5-8A34FE703F05}"/>
              </a:ext>
            </a:extLst>
          </p:cNvPr>
          <p:cNvSpPr/>
          <p:nvPr/>
        </p:nvSpPr>
        <p:spPr>
          <a:xfrm>
            <a:off x="5497726" y="3538972"/>
            <a:ext cx="656481" cy="456219"/>
          </a:xfrm>
          <a:prstGeom prst="ellipse">
            <a:avLst/>
          </a:prstGeom>
          <a:ln w="31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N(n)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DE06D57-C624-BDC9-32EE-DD3ECC5F85DC}"/>
              </a:ext>
            </a:extLst>
          </p:cNvPr>
          <p:cNvSpPr txBox="1"/>
          <p:nvPr/>
        </p:nvSpPr>
        <p:spPr>
          <a:xfrm>
            <a:off x="1674641" y="4191301"/>
            <a:ext cx="5097870" cy="31870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Plant and storage of one product as node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Nodes amount around 42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Amount of date 221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networks executing 42*221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day attempting a network of each node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717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EDD35-7D95-B3F0-5323-1E744C606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011874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Event Simulation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183C36-D5EF-756F-9824-0D5D83868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6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5E5FEC-AE9F-2DA9-47D1-6692EEF56067}"/>
              </a:ext>
            </a:extLst>
          </p:cNvPr>
          <p:cNvSpPr/>
          <p:nvPr/>
        </p:nvSpPr>
        <p:spPr>
          <a:xfrm>
            <a:off x="6146797" y="1826673"/>
            <a:ext cx="1923690" cy="1848180"/>
          </a:xfrm>
          <a:prstGeom prst="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(Max, +) algebra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Maximum time identifier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3AD9E3-E4A4-0BD7-C36A-5B9B5EBE9E72}"/>
              </a:ext>
            </a:extLst>
          </p:cNvPr>
          <p:cNvSpPr/>
          <p:nvPr/>
        </p:nvSpPr>
        <p:spPr>
          <a:xfrm>
            <a:off x="894279" y="1826671"/>
            <a:ext cx="1923690" cy="1848182"/>
          </a:xfrm>
          <a:prstGeom prst="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Supply Chain Criteria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Conditional Strategies</a:t>
            </a:r>
          </a:p>
          <a:p>
            <a:pPr algn="ctr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8A525F-26A2-671F-3D6D-2594388263D6}"/>
              </a:ext>
            </a:extLst>
          </p:cNvPr>
          <p:cNvSpPr/>
          <p:nvPr/>
        </p:nvSpPr>
        <p:spPr>
          <a:xfrm>
            <a:off x="3520538" y="1826672"/>
            <a:ext cx="1923690" cy="1848181"/>
          </a:xfrm>
          <a:prstGeom prst="rect">
            <a:avLst/>
          </a:prstGeom>
          <a:noFill/>
          <a:ln w="381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Inverse Transform method for Exponential Interval times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probabilistic time simulator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60488AF-70ED-86A9-D0B9-EE4AE413DDD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817969" y="2750762"/>
            <a:ext cx="702569" cy="1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CFF69AF-647F-DACA-FF84-6DFD5894F4DB}"/>
              </a:ext>
            </a:extLst>
          </p:cNvPr>
          <p:cNvCxnSpPr>
            <a:cxnSpLocks/>
            <a:stCxn id="6" idx="3"/>
            <a:endCxn id="4" idx="1"/>
          </p:cNvCxnSpPr>
          <p:nvPr/>
        </p:nvCxnSpPr>
        <p:spPr>
          <a:xfrm>
            <a:off x="5444228" y="2750763"/>
            <a:ext cx="702569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55C86AA-A5D4-DD8F-CA21-6BB1FDD5C44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1856124" y="3674853"/>
            <a:ext cx="0" cy="29329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BADA283-3610-5035-B817-94B2A8991BA6}"/>
              </a:ext>
            </a:extLst>
          </p:cNvPr>
          <p:cNvSpPr/>
          <p:nvPr/>
        </p:nvSpPr>
        <p:spPr>
          <a:xfrm>
            <a:off x="555935" y="3968152"/>
            <a:ext cx="2860125" cy="2751823"/>
          </a:xfrm>
          <a:prstGeom prst="rect">
            <a:avLst/>
          </a:prstGeom>
          <a:noFill/>
          <a:ln w="12700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Mid Sales Order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Production 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 stock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only less 100 units deficit </a:t>
            </a:r>
          </a:p>
          <a:p>
            <a:pPr marL="342900" indent="-342900" algn="ctr">
              <a:lnSpc>
                <a:spcPct val="150000"/>
              </a:lnSpc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Pursue Random number</a:t>
            </a:r>
          </a:p>
          <a:p>
            <a:pPr marL="342900" indent="-342900" algn="ctr"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59DBF46-9105-2E93-87F7-60FFA8867591}"/>
                  </a:ext>
                </a:extLst>
              </p:cNvPr>
              <p:cNvSpPr/>
              <p:nvPr/>
            </p:nvSpPr>
            <p:spPr>
              <a:xfrm>
                <a:off x="3831081" y="3968152"/>
                <a:ext cx="4756984" cy="2475777"/>
              </a:xfrm>
              <a:prstGeom prst="rect">
                <a:avLst/>
              </a:prstGeom>
              <a:noFill/>
              <a:ln w="127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marL="342900" indent="-342900" algn="ctr">
                  <a:lnSpc>
                    <a:spcPct val="150000"/>
                  </a:lnSpc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Simulated</m:t>
                    </m:r>
                    <m:r>
                      <m:rPr>
                        <m:nor/>
                      </m:rPr>
                      <a:rPr 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time</m:t>
                    </m:r>
                    <m:r>
                      <m:rPr>
                        <m:nor/>
                      </m:rPr>
                      <a:rPr lang="en-US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=</m:t>
                    </m:r>
                    <m:r>
                      <m:rPr>
                        <m:nor/>
                      </m:rPr>
                      <a:rPr lang="en-US" b="0" i="0" dirty="0" smtClean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 −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ln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⁡(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𝑅𝑎𝑛𝑑𝑜𝑚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𝑁𝑢𝑚𝑏𝑒𝑟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𝑅𝑎𝑡𝑒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𝑜𝑓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𝑒𝑣𝑒𝑛𝑡</m:t>
                        </m:r>
                      </m:den>
                    </m:f>
                  </m:oMath>
                </a14:m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 algn="ctr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Maximum (Sales order and production time) </a:t>
                </a:r>
              </a:p>
              <a:p>
                <a:pPr marL="342900" indent="-342900" algn="ctr">
                  <a:lnSpc>
                    <a:spcPct val="150000"/>
                  </a:lnSpc>
                  <a:buAutoNum type="arabicPeriod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Adding maximum time </a:t>
                </a:r>
              </a:p>
              <a:p>
                <a:pPr algn="ctr"/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A59DBF46-9105-2E93-87F7-60FFA8867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1081" y="3968152"/>
                <a:ext cx="4756984" cy="2475777"/>
              </a:xfrm>
              <a:prstGeom prst="rect">
                <a:avLst/>
              </a:prstGeom>
              <a:blipFill>
                <a:blip r:embed="rId2"/>
                <a:stretch>
                  <a:fillRect r="-383"/>
                </a:stretch>
              </a:blipFill>
              <a:ln w="12700" cap="flat" cmpd="sng" algn="ctr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8621C83-9F44-E8BE-1506-53F0A9B62CB9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4482383" y="3674853"/>
            <a:ext cx="0" cy="29329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9CCCB6-6708-BD0B-E00E-0AB4CF4B0B47}"/>
              </a:ext>
            </a:extLst>
          </p:cNvPr>
          <p:cNvCxnSpPr>
            <a:cxnSpLocks/>
          </p:cNvCxnSpPr>
          <p:nvPr/>
        </p:nvCxnSpPr>
        <p:spPr>
          <a:xfrm>
            <a:off x="7188202" y="3674853"/>
            <a:ext cx="0" cy="29329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947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7D0A2-594D-A7C6-54D2-2BB265C66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2" y="618519"/>
            <a:ext cx="7773338" cy="709950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Discrete Event Simulation: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82F6C2-1EBA-0D70-B75D-37387D34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092724-8D11-0CE2-E547-A08B2C29FA16}"/>
              </a:ext>
            </a:extLst>
          </p:cNvPr>
          <p:cNvSpPr txBox="1"/>
          <p:nvPr/>
        </p:nvSpPr>
        <p:spPr>
          <a:xfrm>
            <a:off x="974785" y="1716657"/>
            <a:ext cx="2728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networks 1148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B04063-08A4-0556-88DA-C4467C00D89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615" t="8925" r="7372"/>
          <a:stretch>
            <a:fillRect/>
          </a:stretch>
        </p:blipFill>
        <p:spPr bwMode="auto">
          <a:xfrm>
            <a:off x="207034" y="2208362"/>
            <a:ext cx="8755811" cy="442780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07931B-76AE-B157-90D2-B11B6EC3A886}"/>
              </a:ext>
            </a:extLst>
          </p:cNvPr>
          <p:cNvSpPr txBox="1"/>
          <p:nvPr/>
        </p:nvSpPr>
        <p:spPr>
          <a:xfrm>
            <a:off x="4851713" y="1682151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 Product networks </a:t>
            </a:r>
          </a:p>
        </p:txBody>
      </p:sp>
    </p:spTree>
    <p:extLst>
      <p:ext uri="{BB962C8B-B14F-4D97-AF65-F5344CB8AC3E}">
        <p14:creationId xmlns:p14="http://schemas.microsoft.com/office/powerpoint/2010/main" val="750342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6EC46-1E5D-17D1-7A89-CB02BD7D7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68" y="618518"/>
            <a:ext cx="8358996" cy="813467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integer linear programming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2D9116-6A3D-3B9F-756D-3D6023385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8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33D010-196D-7C64-4B9C-FEDD52E880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155" y="1431985"/>
            <a:ext cx="8867954" cy="5193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5099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42ABE-D030-9814-40F1-EAEEFDA4B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034" y="511774"/>
            <a:ext cx="8729931" cy="1009291"/>
          </a:xfrm>
        </p:spPr>
        <p:txBody>
          <a:bodyPr/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Mixed integer linear programming: Findings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C33317-B0E4-1578-3CB5-80B0C5A8E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E458E0-3F36-64D9-191B-33C9C5FBA7D0}"/>
              </a:ext>
            </a:extLst>
          </p:cNvPr>
          <p:cNvSpPr txBox="1"/>
          <p:nvPr/>
        </p:nvSpPr>
        <p:spPr>
          <a:xfrm>
            <a:off x="410719" y="1555583"/>
            <a:ext cx="2621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Selected networks 141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D76064-6D14-1628-648B-7517A0C4FD4C}"/>
              </a:ext>
            </a:extLst>
          </p:cNvPr>
          <p:cNvSpPr txBox="1"/>
          <p:nvPr/>
        </p:nvSpPr>
        <p:spPr>
          <a:xfrm>
            <a:off x="3031949" y="1555583"/>
            <a:ext cx="24416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 Product networks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35E1D10-6E88-823A-C1BE-A4CD92A7677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1" t="9122" r="8761"/>
          <a:stretch>
            <a:fillRect/>
          </a:stretch>
        </p:blipFill>
        <p:spPr bwMode="auto">
          <a:xfrm>
            <a:off x="207033" y="1924915"/>
            <a:ext cx="8729931" cy="47605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87E2EF-AA3F-9B97-43DD-7B3692345D38}"/>
              </a:ext>
            </a:extLst>
          </p:cNvPr>
          <p:cNvSpPr txBox="1"/>
          <p:nvPr/>
        </p:nvSpPr>
        <p:spPr>
          <a:xfrm>
            <a:off x="5473643" y="1555583"/>
            <a:ext cx="34846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MAR01K24P Product network </a:t>
            </a:r>
          </a:p>
        </p:txBody>
      </p:sp>
    </p:spTree>
    <p:extLst>
      <p:ext uri="{BB962C8B-B14F-4D97-AF65-F5344CB8AC3E}">
        <p14:creationId xmlns:p14="http://schemas.microsoft.com/office/powerpoint/2010/main" val="2111627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87EF1-C600-B015-559B-FE13DC9C4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4A01D-978F-D983-C1F7-8909F4B60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045" y="336430"/>
            <a:ext cx="8807679" cy="1095555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Gaussian Mixture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41DDBB-4EA4-AFB7-6A60-207344EFF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A8873-A12E-A73A-07E9-8ACDF152F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45" y="1906437"/>
            <a:ext cx="8807679" cy="48356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C9DCD9A-0326-8880-1D9D-7930A97F3B29}"/>
              </a:ext>
            </a:extLst>
          </p:cNvPr>
          <p:cNvSpPr txBox="1"/>
          <p:nvPr/>
        </p:nvSpPr>
        <p:spPr>
          <a:xfrm>
            <a:off x="2191110" y="1484545"/>
            <a:ext cx="4784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‘MAR01K24P’ product network prediction model</a:t>
            </a:r>
          </a:p>
        </p:txBody>
      </p:sp>
    </p:spTree>
    <p:extLst>
      <p:ext uri="{BB962C8B-B14F-4D97-AF65-F5344CB8AC3E}">
        <p14:creationId xmlns:p14="http://schemas.microsoft.com/office/powerpoint/2010/main" val="3386005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45E9-9FB3-45C3-4071-F4A519F7E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180C-6916-C57F-6FAD-2A25D0C11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068" y="618518"/>
            <a:ext cx="8358996" cy="813467"/>
          </a:xfrm>
        </p:spPr>
        <p:txBody>
          <a:bodyPr>
            <a:normAutofit/>
          </a:bodyPr>
          <a:lstStyle/>
          <a:p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Gaussian Mixture Model: Findings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580F3F-CE31-8D52-AA9E-69EAC8631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7142F-AAB0-49BA-A2C5-0A66A6858FE3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F8C52D-D49C-2E2F-7A73-B1BCAD508A34}"/>
              </a:ext>
            </a:extLst>
          </p:cNvPr>
          <p:cNvSpPr txBox="1"/>
          <p:nvPr/>
        </p:nvSpPr>
        <p:spPr>
          <a:xfrm>
            <a:off x="2191110" y="1484545"/>
            <a:ext cx="47841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‘MAR01K24P’ product network prediction model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BEFF5B2-F06E-97B0-9669-83D9EA6CF1B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07" y="1906436"/>
            <a:ext cx="8375786" cy="4580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337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F14F69-2256-455E-A8E3-BD61DEF9DB0F}"/>
              </a:ext>
            </a:extLst>
          </p:cNvPr>
          <p:cNvSpPr txBox="1"/>
          <p:nvPr/>
        </p:nvSpPr>
        <p:spPr>
          <a:xfrm>
            <a:off x="456318" y="440697"/>
            <a:ext cx="82313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885435-7730-4B95-B8F6-5B2E55BB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401" y="-79016"/>
            <a:ext cx="735444" cy="1039427"/>
          </a:xfrm>
          <a:prstGeom prst="rect">
            <a:avLst/>
          </a:prstGeom>
        </p:spPr>
      </p:pic>
      <p:sp>
        <p:nvSpPr>
          <p:cNvPr id="9" name="Google Shape;500;p18">
            <a:extLst>
              <a:ext uri="{FF2B5EF4-FFF2-40B4-BE49-F238E27FC236}">
                <a16:creationId xmlns:a16="http://schemas.microsoft.com/office/drawing/2014/main" id="{FEF7C27C-536A-4D29-B97D-1615715DAF09}"/>
              </a:ext>
            </a:extLst>
          </p:cNvPr>
          <p:cNvSpPr txBox="1">
            <a:spLocks/>
          </p:cNvSpPr>
          <p:nvPr/>
        </p:nvSpPr>
        <p:spPr>
          <a:xfrm>
            <a:off x="485189" y="1226394"/>
            <a:ext cx="8173615" cy="5286549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demonstrated that data driven decision taking MAR01K24P product network.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effective operation selects node connection 309, edges connection 51 plants and 148 storage locations.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c8 number cluster length is 49 which is maximum. </a:t>
            </a:r>
          </a:p>
          <a:p>
            <a:pPr algn="just"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sales order range 1000 units and maximum 1000 units. </a:t>
            </a:r>
          </a:p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MAR01K24P is most profitable business.</a:t>
            </a:r>
          </a:p>
        </p:txBody>
      </p:sp>
    </p:spTree>
    <p:extLst>
      <p:ext uri="{BB962C8B-B14F-4D97-AF65-F5344CB8AC3E}">
        <p14:creationId xmlns:p14="http://schemas.microsoft.com/office/powerpoint/2010/main" val="1832315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7F14F69-2256-455E-A8E3-BD61DEF9DB0F}"/>
              </a:ext>
            </a:extLst>
          </p:cNvPr>
          <p:cNvSpPr txBox="1"/>
          <p:nvPr/>
        </p:nvSpPr>
        <p:spPr>
          <a:xfrm>
            <a:off x="524017" y="815644"/>
            <a:ext cx="8231359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5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Recommendation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885435-7730-4B95-B8F6-5B2E55BB5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70401" y="-79016"/>
            <a:ext cx="735444" cy="1039427"/>
          </a:xfrm>
          <a:prstGeom prst="rect">
            <a:avLst/>
          </a:prstGeom>
        </p:spPr>
      </p:pic>
      <p:sp>
        <p:nvSpPr>
          <p:cNvPr id="2" name="Google Shape;500;p18">
            <a:extLst>
              <a:ext uri="{FF2B5EF4-FFF2-40B4-BE49-F238E27FC236}">
                <a16:creationId xmlns:a16="http://schemas.microsoft.com/office/drawing/2014/main" id="{AF943B00-CEE3-90B8-820B-EECF75BA7427}"/>
              </a:ext>
            </a:extLst>
          </p:cNvPr>
          <p:cNvSpPr txBox="1">
            <a:spLocks/>
          </p:cNvSpPr>
          <p:nvPr/>
        </p:nvSpPr>
        <p:spPr>
          <a:xfrm>
            <a:off x="559969" y="1677389"/>
            <a:ext cx="8492802" cy="4364967"/>
          </a:xfrm>
          <a:prstGeom prst="rect">
            <a:avLst/>
          </a:prstGeom>
        </p:spPr>
        <p:txBody>
          <a:bodyPr spcFirstLastPara="1" wrap="square" lIns="68569" tIns="68569" rIns="68569" bIns="68569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complex and more efficient Mathematical Model in DES.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MILP constraints executing SCN co-efficient.</a:t>
            </a:r>
          </a:p>
          <a:p>
            <a:pPr>
              <a:lnSpc>
                <a:spcPct val="20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smooth Data driven facilities for SCNs.</a:t>
            </a:r>
          </a:p>
          <a:p>
            <a:pPr>
              <a:lnSpc>
                <a:spcPct val="150000"/>
              </a:lnSpc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Applying other Machine Learning models specially Clustering.</a:t>
            </a:r>
          </a:p>
          <a:p>
            <a:pPr>
              <a:lnSpc>
                <a:spcPct val="200000"/>
              </a:lnSpc>
            </a:pPr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22941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6A1E49-51AB-4AD1-A187-716624C4BF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0" y="-36115"/>
            <a:ext cx="9144000" cy="89535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F14F69-2256-455E-A8E3-BD61DEF9DB0F}"/>
              </a:ext>
            </a:extLst>
          </p:cNvPr>
          <p:cNvSpPr txBox="1"/>
          <p:nvPr/>
        </p:nvSpPr>
        <p:spPr>
          <a:xfrm>
            <a:off x="531641" y="155287"/>
            <a:ext cx="823135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Acknowledgements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A885435-7730-4B95-B8F6-5B2E55BB5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401" y="-79016"/>
            <a:ext cx="735444" cy="1039427"/>
          </a:xfrm>
          <a:prstGeom prst="rect">
            <a:avLst/>
          </a:prstGeom>
        </p:spPr>
      </p:pic>
      <p:sp>
        <p:nvSpPr>
          <p:cNvPr id="10" name="Google Shape;923;p45">
            <a:extLst>
              <a:ext uri="{FF2B5EF4-FFF2-40B4-BE49-F238E27FC236}">
                <a16:creationId xmlns:a16="http://schemas.microsoft.com/office/drawing/2014/main" id="{7740124B-25CC-4F5C-B6C1-57C38F4696B0}"/>
              </a:ext>
            </a:extLst>
          </p:cNvPr>
          <p:cNvSpPr txBox="1"/>
          <p:nvPr/>
        </p:nvSpPr>
        <p:spPr>
          <a:xfrm>
            <a:off x="5993696" y="4070468"/>
            <a:ext cx="1116900" cy="31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endParaRPr dirty="0"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772D18-F1E3-A9E2-091D-5BC9FD7B933B}"/>
              </a:ext>
            </a:extLst>
          </p:cNvPr>
          <p:cNvSpPr txBox="1"/>
          <p:nvPr/>
        </p:nvSpPr>
        <p:spPr>
          <a:xfrm>
            <a:off x="233266" y="1115698"/>
            <a:ext cx="8313779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                </a:t>
            </a:r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Md. Aminul Islam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	  </a:t>
            </a:r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  <a:p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	  </a:t>
            </a:r>
            <a:r>
              <a:rPr lang="en-US" sz="1900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Engineering, CUET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BF1C5A2-12E1-6F18-DB7B-2D55BE8C18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955" y="1761002"/>
            <a:ext cx="1116899" cy="139612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F3BB20D-230B-24E0-843A-AE843D8DBD82}"/>
              </a:ext>
            </a:extLst>
          </p:cNvPr>
          <p:cNvSpPr txBox="1"/>
          <p:nvPr/>
        </p:nvSpPr>
        <p:spPr>
          <a:xfrm>
            <a:off x="2298151" y="4142792"/>
            <a:ext cx="5411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Honorable Teachers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Mechanical Engineering,</a:t>
            </a:r>
          </a:p>
          <a:p>
            <a:r>
              <a:rPr lang="en-US" dirty="0">
                <a:solidFill>
                  <a:schemeClr val="bg2">
                    <a:lumMod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CUET</a:t>
            </a:r>
          </a:p>
          <a:p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0549AF-6943-42D5-B73F-DFA4F80EB4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641" y="3700876"/>
            <a:ext cx="1182213" cy="1716514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A23D43-036D-4244-BAB6-F909ACFC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634338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06A1E49-51AB-4AD1-A187-716624C4BFD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2238829"/>
            <a:ext cx="9144000" cy="2565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885435-7730-4B95-B8F6-5B2E55BB54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556" y="5929899"/>
            <a:ext cx="735444" cy="103942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0179DE-33AD-4300-9D34-6A7B4E7CBE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Marke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361247" y="1190846"/>
            <a:ext cx="4421505" cy="447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608648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4839</TotalTime>
  <Words>423</Words>
  <Application>Microsoft Office PowerPoint</Application>
  <PresentationFormat>On-screen Show (4:3)</PresentationFormat>
  <Paragraphs>120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Source Sans Pro</vt:lpstr>
      <vt:lpstr>Times New Roman</vt:lpstr>
      <vt:lpstr>Tw Cen MT</vt:lpstr>
      <vt:lpstr>Wingdings</vt:lpstr>
      <vt:lpstr>Droplet</vt:lpstr>
      <vt:lpstr>PowerPoint Presentation</vt:lpstr>
      <vt:lpstr>PowerPoint Presentation</vt:lpstr>
      <vt:lpstr>PowerPoint Presentation</vt:lpstr>
      <vt:lpstr>PowerPoint Presentation</vt:lpstr>
      <vt:lpstr>Data description analysis </vt:lpstr>
      <vt:lpstr>Discrete Event Simulation </vt:lpstr>
      <vt:lpstr>Discrete Event Simulation: Findings</vt:lpstr>
      <vt:lpstr>Mixed integer linear programming</vt:lpstr>
      <vt:lpstr>Mixed integer linear programming: Findings</vt:lpstr>
      <vt:lpstr>Machine Learning: Gaussian Mixture Model</vt:lpstr>
      <vt:lpstr>Gaussian Mixture Model: Findings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fahad</dc:creator>
  <cp:lastModifiedBy>Md. Mizanur Rahman Chowdhury</cp:lastModifiedBy>
  <cp:revision>43</cp:revision>
  <dcterms:created xsi:type="dcterms:W3CDTF">2021-09-16T19:10:57Z</dcterms:created>
  <dcterms:modified xsi:type="dcterms:W3CDTF">2026-07-12T08:59:26Z</dcterms:modified>
</cp:coreProperties>
</file>